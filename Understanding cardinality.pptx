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5E1"/>
    <a:srgbClr val="FF5D5D"/>
    <a:srgbClr val="156082"/>
    <a:srgbClr val="FFD581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A2FC6D-C192-45E9-B658-CF39279F8D57}" v="108" dt="2025-02-23T17:23:11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4A1934-830A-4BF1-8525-517EC073E978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9BF611-287A-49B2-979F-58D20C37BCF2}">
      <dgm:prSet/>
      <dgm:spPr/>
      <dgm:t>
        <a:bodyPr/>
        <a:lstStyle/>
        <a:p>
          <a:r>
            <a:rPr lang="en-US" dirty="0">
              <a:latin typeface="Montserrat" panose="00000500000000000000" pitchFamily="2" charset="0"/>
            </a:rPr>
            <a:t>Power BI supports four main types of cardinality:</a:t>
          </a:r>
        </a:p>
      </dgm:t>
    </dgm:pt>
    <dgm:pt modelId="{349CADD9-E0D4-4A3C-9262-A325439E341C}" type="parTrans" cxnId="{9AE70505-30C4-475F-B839-EDC5FD4523CE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9B0D073E-F971-4CAA-BB5D-A6985C70E901}" type="sibTrans" cxnId="{9AE70505-30C4-475F-B839-EDC5FD4523CE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113B837A-4392-44E7-94D4-CC5E6A4C5958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b="1">
              <a:latin typeface="Montserrat" panose="00000500000000000000" pitchFamily="2" charset="0"/>
            </a:rPr>
            <a:t>One-to-One (1:1)</a:t>
          </a:r>
          <a:endParaRPr lang="en-US">
            <a:latin typeface="Montserrat" panose="00000500000000000000" pitchFamily="2" charset="0"/>
          </a:endParaRPr>
        </a:p>
      </dgm:t>
    </dgm:pt>
    <dgm:pt modelId="{A3285CB1-DBF3-4266-97FB-905ADADD0AEB}" type="parTrans" cxnId="{2E03DF32-F5FF-4D82-898B-C8AC56F59368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BD69C18C-FFF0-4246-8917-94D753FAAAA3}" type="sibTrans" cxnId="{2E03DF32-F5FF-4D82-898B-C8AC56F59368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5FF89E9C-7518-4785-B895-2AA146F22138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l"/>
          <a:r>
            <a:rPr lang="en-US" sz="1200">
              <a:latin typeface="Montserrat" panose="00000500000000000000" pitchFamily="2" charset="0"/>
            </a:rPr>
            <a:t>Each value in Table A matches exactly one value in Table B.</a:t>
          </a:r>
        </a:p>
      </dgm:t>
    </dgm:pt>
    <dgm:pt modelId="{394C5CAD-75C0-4155-8028-3BB04C55DD64}" type="parTrans" cxnId="{5ED8C27E-863A-40B8-A7FC-AE228CFDA72F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B18DE145-4B00-43C5-8DFD-B8A967124BE7}" type="sibTrans" cxnId="{5ED8C27E-863A-40B8-A7FC-AE228CFDA72F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B21E0656-C4B4-4057-A627-3BC548505A79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l"/>
          <a:r>
            <a:rPr lang="en-US" sz="1200">
              <a:latin typeface="Montserrat" panose="00000500000000000000" pitchFamily="2" charset="0"/>
            </a:rPr>
            <a:t>Used when both tables have unique identifiers.</a:t>
          </a:r>
        </a:p>
      </dgm:t>
    </dgm:pt>
    <dgm:pt modelId="{F68AF7B4-12B6-44E8-90A7-FFDE4D74220B}" type="parTrans" cxnId="{8DDEF2AE-4586-4A90-A039-92EBAE4E5D71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6F653EF7-1B6C-459E-BDD5-00A6E527D51E}" type="sibTrans" cxnId="{8DDEF2AE-4586-4A90-A039-92EBAE4E5D71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25773B88-31D9-49D9-B325-3B7388A30B80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l"/>
          <a:r>
            <a:rPr lang="en-US" sz="1200">
              <a:latin typeface="Montserrat" panose="00000500000000000000" pitchFamily="2" charset="0"/>
            </a:rPr>
            <a:t>Example: A table of Employees and a table of Employee Details where each employee appears only once.</a:t>
          </a:r>
        </a:p>
      </dgm:t>
    </dgm:pt>
    <dgm:pt modelId="{ED7DCB4D-5473-4863-A99E-DC7290DB707C}" type="parTrans" cxnId="{29C5F265-68F9-48E7-933C-043BAD7BFD02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726382F7-6A5E-4381-8A28-3B37080E323A}" type="sibTrans" cxnId="{29C5F265-68F9-48E7-933C-043BAD7BFD02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33A6ABB9-9C54-49FB-8B43-C8EE4FCCF1BB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>
              <a:latin typeface="Montserrat" panose="00000500000000000000" pitchFamily="2" charset="0"/>
            </a:rPr>
            <a:t>One-to-Many (1:M) (Most Common)</a:t>
          </a:r>
          <a:endParaRPr lang="en-US">
            <a:latin typeface="Montserrat" panose="00000500000000000000" pitchFamily="2" charset="0"/>
          </a:endParaRPr>
        </a:p>
      </dgm:t>
    </dgm:pt>
    <dgm:pt modelId="{2AD310BB-7178-47D3-87C4-8A8FD0DD9C0B}" type="parTrans" cxnId="{8431F946-F035-4CFF-A650-256D772E2B3B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FA11C2D2-DE96-45E4-9AF9-76B974F1A8E7}" type="sibTrans" cxnId="{8431F946-F035-4CFF-A650-256D772E2B3B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64145FB4-E3B8-46A1-A704-F877403141AD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algn="l"/>
          <a:r>
            <a:rPr lang="en-US" sz="1200">
              <a:latin typeface="Montserrat" panose="00000500000000000000" pitchFamily="2" charset="0"/>
            </a:rPr>
            <a:t>Each value in Table A matches multiple values in Table B.</a:t>
          </a:r>
        </a:p>
      </dgm:t>
    </dgm:pt>
    <dgm:pt modelId="{004AFB0F-4A41-40F5-88CB-DB92E7B5D197}" type="parTrans" cxnId="{7A4E112D-9C76-465B-81DD-F9F3036BBCA4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37B6B08B-9A61-46C4-A22E-774CD08AFDED}" type="sibTrans" cxnId="{7A4E112D-9C76-465B-81DD-F9F3036BBCA4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30E2D89F-65CD-4CE6-A863-03A4C72F9306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algn="l"/>
          <a:r>
            <a:rPr lang="en-US" sz="1200">
              <a:latin typeface="Montserrat" panose="00000500000000000000" pitchFamily="2" charset="0"/>
            </a:rPr>
            <a:t>Example: A Customers table (one customer) related to an Orders table (multiple orders per customer).</a:t>
          </a:r>
        </a:p>
      </dgm:t>
    </dgm:pt>
    <dgm:pt modelId="{08576606-14EA-442B-8D0A-2F23551BB0B6}" type="parTrans" cxnId="{33FF2DA3-098A-4882-B10B-8AC2113BE579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69B04642-C922-43F3-9BFB-FB55FDC91B54}" type="sibTrans" cxnId="{33FF2DA3-098A-4882-B10B-8AC2113BE579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5BBD2724-E4E4-464B-AC2D-0F2E0281D96E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b="1">
              <a:latin typeface="Montserrat" panose="00000500000000000000" pitchFamily="2" charset="0"/>
            </a:rPr>
            <a:t>Many-to-One (M:1)</a:t>
          </a:r>
          <a:endParaRPr lang="en-US">
            <a:latin typeface="Montserrat" panose="00000500000000000000" pitchFamily="2" charset="0"/>
          </a:endParaRPr>
        </a:p>
      </dgm:t>
    </dgm:pt>
    <dgm:pt modelId="{9F7D228F-A4CE-47E7-9A96-08F2428241AD}" type="parTrans" cxnId="{DDDF9C10-E0AE-4F32-AC5C-A75AF7E9EA23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4417B561-0C4D-40DB-923C-A90D5230D231}" type="sibTrans" cxnId="{DDDF9C10-E0AE-4F32-AC5C-A75AF7E9EA23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A5D1CA81-F86E-4804-A7BF-DE090A2F088D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pPr algn="l"/>
          <a:r>
            <a:rPr lang="en-US" sz="1200">
              <a:latin typeface="Montserrat" panose="00000500000000000000" pitchFamily="2" charset="0"/>
            </a:rPr>
            <a:t>Reverse of One-to-Many, where the lookup table is on the right.</a:t>
          </a:r>
        </a:p>
      </dgm:t>
    </dgm:pt>
    <dgm:pt modelId="{BD373DDC-B176-4083-9C52-01F507ECD964}" type="parTrans" cxnId="{E0B71F7E-C0BB-4D5C-B8B2-96BF40AD2E99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C1F4F375-6EFA-4ADC-92C6-9BB5B4AEA7B4}" type="sibTrans" cxnId="{E0B71F7E-C0BB-4D5C-B8B2-96BF40AD2E99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026A8C6F-A13F-41F1-9904-9490B85B2F3C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pPr algn="l"/>
          <a:r>
            <a:rPr lang="en-US" sz="1200">
              <a:latin typeface="Montserrat" panose="00000500000000000000" pitchFamily="2" charset="0"/>
            </a:rPr>
            <a:t>Power BI automatically handles Many-to-One relationships as One-to-Many.</a:t>
          </a:r>
        </a:p>
      </dgm:t>
    </dgm:pt>
    <dgm:pt modelId="{CF03752B-A412-437C-B6E3-5121DD96C6B4}" type="parTrans" cxnId="{73A1B881-4B8C-46FD-85B4-4ACBAE56791B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47B1CC34-2F18-4B80-9985-65FAB7F074D3}" type="sibTrans" cxnId="{73A1B881-4B8C-46FD-85B4-4ACBAE56791B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14C80817-2762-461D-9C6E-BFC4EA0D4E6D}">
      <dgm:prSet/>
      <dgm:spPr>
        <a:solidFill>
          <a:srgbClr val="FF5D5D"/>
        </a:solidFill>
      </dgm:spPr>
      <dgm:t>
        <a:bodyPr/>
        <a:lstStyle/>
        <a:p>
          <a:r>
            <a:rPr lang="en-US" b="1">
              <a:latin typeface="Montserrat" panose="00000500000000000000" pitchFamily="2" charset="0"/>
            </a:rPr>
            <a:t>Many-to-Many (M:M)</a:t>
          </a:r>
          <a:endParaRPr lang="en-US">
            <a:latin typeface="Montserrat" panose="00000500000000000000" pitchFamily="2" charset="0"/>
          </a:endParaRPr>
        </a:p>
      </dgm:t>
    </dgm:pt>
    <dgm:pt modelId="{10744E24-1505-4F17-A6EC-F4A0F173CC73}" type="parTrans" cxnId="{2DCC7CC6-2E20-46A2-9EFD-4C71D6273C7C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327DA240-ED39-4117-8760-931F53AD7A0A}" type="sibTrans" cxnId="{2DCC7CC6-2E20-46A2-9EFD-4C71D6273C7C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08A98D25-7966-438D-A742-60B270A65358}">
      <dgm:prSet custT="1"/>
      <dgm:spPr>
        <a:solidFill>
          <a:srgbClr val="FF5D5D"/>
        </a:solidFill>
      </dgm:spPr>
      <dgm:t>
        <a:bodyPr/>
        <a:lstStyle/>
        <a:p>
          <a:pPr algn="l"/>
          <a:r>
            <a:rPr lang="en-US" sz="1200">
              <a:latin typeface="Montserrat" panose="00000500000000000000" pitchFamily="2" charset="0"/>
            </a:rPr>
            <a:t>Used when multiple values in Table A relate to multiple values in Table B.</a:t>
          </a:r>
        </a:p>
      </dgm:t>
    </dgm:pt>
    <dgm:pt modelId="{C4A60F53-189B-43C5-AA34-346DE13A6B8B}" type="parTrans" cxnId="{530D37E9-BC0D-4568-9B73-A04101124214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84CCC592-0049-415C-A877-C6385AF1493B}" type="sibTrans" cxnId="{530D37E9-BC0D-4568-9B73-A04101124214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B4DD7E66-A21B-4E6A-87EC-EF4463726579}">
      <dgm:prSet custT="1"/>
      <dgm:spPr>
        <a:solidFill>
          <a:srgbClr val="FF5D5D"/>
        </a:solidFill>
      </dgm:spPr>
      <dgm:t>
        <a:bodyPr/>
        <a:lstStyle/>
        <a:p>
          <a:pPr algn="l"/>
          <a:r>
            <a:rPr lang="en-US" sz="1200">
              <a:latin typeface="Montserrat" panose="00000500000000000000" pitchFamily="2" charset="0"/>
            </a:rPr>
            <a:t>Requires a bridge table or direct many-to-many relationships in Power BI.</a:t>
          </a:r>
        </a:p>
      </dgm:t>
    </dgm:pt>
    <dgm:pt modelId="{0D00A341-D496-415A-9D20-A86A7BA851AF}" type="parTrans" cxnId="{FFEA3857-83FE-492E-B6EA-3D6981DAA1E2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E8ED5EA1-BAEA-4FFE-874D-3C84F6F50FA9}" type="sibTrans" cxnId="{FFEA3857-83FE-492E-B6EA-3D6981DAA1E2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8128A418-2ED2-4E67-BCC8-6E64F411A1F6}">
      <dgm:prSet custT="1"/>
      <dgm:spPr>
        <a:solidFill>
          <a:srgbClr val="FF5D5D"/>
        </a:solidFill>
      </dgm:spPr>
      <dgm:t>
        <a:bodyPr/>
        <a:lstStyle/>
        <a:p>
          <a:pPr algn="l"/>
          <a:r>
            <a:rPr lang="en-US" sz="1200">
              <a:latin typeface="Montserrat" panose="00000500000000000000" pitchFamily="2" charset="0"/>
            </a:rPr>
            <a:t>Example: A Students table related to a Courses table (students enroll in multiple courses, and each course has multiple students).</a:t>
          </a:r>
        </a:p>
      </dgm:t>
    </dgm:pt>
    <dgm:pt modelId="{28FD01F1-D6E9-49B9-98AA-A73F336F99AC}" type="parTrans" cxnId="{8D33EFC6-2517-45FE-9DEA-BE4B8E6B456A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E3254039-ACA0-4E10-9595-5382793E5983}" type="sibTrans" cxnId="{8D33EFC6-2517-45FE-9DEA-BE4B8E6B456A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60A6F442-1941-4C62-8F70-A9FA8EC03143}" type="pres">
      <dgm:prSet presAssocID="{064A1934-830A-4BF1-8525-517EC073E978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9B37602-0A65-4D8A-B8EE-7106675B3189}" type="pres">
      <dgm:prSet presAssocID="{D49BF611-287A-49B2-979F-58D20C37BCF2}" presName="root1" presStyleCnt="0"/>
      <dgm:spPr/>
    </dgm:pt>
    <dgm:pt modelId="{1955FE4F-F686-4299-881F-3B9C13505DEC}" type="pres">
      <dgm:prSet presAssocID="{D49BF611-287A-49B2-979F-58D20C37BCF2}" presName="LevelOneTextNode" presStyleLbl="node0" presStyleIdx="0" presStyleCnt="1">
        <dgm:presLayoutVars>
          <dgm:chPref val="3"/>
        </dgm:presLayoutVars>
      </dgm:prSet>
      <dgm:spPr/>
    </dgm:pt>
    <dgm:pt modelId="{196F8FF8-A6E9-41C5-B1FD-9432D1729389}" type="pres">
      <dgm:prSet presAssocID="{D49BF611-287A-49B2-979F-58D20C37BCF2}" presName="level2hierChild" presStyleCnt="0"/>
      <dgm:spPr/>
    </dgm:pt>
    <dgm:pt modelId="{D19314CE-EC74-4E80-AEB6-1EA948E3B956}" type="pres">
      <dgm:prSet presAssocID="{A3285CB1-DBF3-4266-97FB-905ADADD0AEB}" presName="conn2-1" presStyleLbl="parChTrans1D2" presStyleIdx="0" presStyleCnt="4"/>
      <dgm:spPr/>
    </dgm:pt>
    <dgm:pt modelId="{C5A88CD5-F5C8-49CD-B800-47E5EF6DA8D9}" type="pres">
      <dgm:prSet presAssocID="{A3285CB1-DBF3-4266-97FB-905ADADD0AEB}" presName="connTx" presStyleLbl="parChTrans1D2" presStyleIdx="0" presStyleCnt="4"/>
      <dgm:spPr/>
    </dgm:pt>
    <dgm:pt modelId="{EF97EC12-6693-49EA-ACC3-BD30262900CD}" type="pres">
      <dgm:prSet presAssocID="{113B837A-4392-44E7-94D4-CC5E6A4C5958}" presName="root2" presStyleCnt="0"/>
      <dgm:spPr/>
    </dgm:pt>
    <dgm:pt modelId="{437A5718-08C9-4C97-82D0-6A6DD6769CE4}" type="pres">
      <dgm:prSet presAssocID="{113B837A-4392-44E7-94D4-CC5E6A4C5958}" presName="LevelTwoTextNode" presStyleLbl="node2" presStyleIdx="0" presStyleCnt="4">
        <dgm:presLayoutVars>
          <dgm:chPref val="3"/>
        </dgm:presLayoutVars>
      </dgm:prSet>
      <dgm:spPr/>
    </dgm:pt>
    <dgm:pt modelId="{D9F26A68-3BCB-4F6C-A670-9B1C6E9F7FC1}" type="pres">
      <dgm:prSet presAssocID="{113B837A-4392-44E7-94D4-CC5E6A4C5958}" presName="level3hierChild" presStyleCnt="0"/>
      <dgm:spPr/>
    </dgm:pt>
    <dgm:pt modelId="{4857C23F-0C71-42B8-866F-B72DA005AE07}" type="pres">
      <dgm:prSet presAssocID="{394C5CAD-75C0-4155-8028-3BB04C55DD64}" presName="conn2-1" presStyleLbl="parChTrans1D3" presStyleIdx="0" presStyleCnt="10"/>
      <dgm:spPr/>
    </dgm:pt>
    <dgm:pt modelId="{4DF59A33-7FCA-45EA-B0FD-AF3905F95266}" type="pres">
      <dgm:prSet presAssocID="{394C5CAD-75C0-4155-8028-3BB04C55DD64}" presName="connTx" presStyleLbl="parChTrans1D3" presStyleIdx="0" presStyleCnt="10"/>
      <dgm:spPr/>
    </dgm:pt>
    <dgm:pt modelId="{62CE880E-2861-40D4-A0A6-56E060833AAF}" type="pres">
      <dgm:prSet presAssocID="{5FF89E9C-7518-4785-B895-2AA146F22138}" presName="root2" presStyleCnt="0"/>
      <dgm:spPr/>
    </dgm:pt>
    <dgm:pt modelId="{4CC7EA05-126A-4FD8-BCAA-17D166F61DFB}" type="pres">
      <dgm:prSet presAssocID="{5FF89E9C-7518-4785-B895-2AA146F22138}" presName="LevelTwoTextNode" presStyleLbl="node3" presStyleIdx="0" presStyleCnt="10" custScaleX="568379">
        <dgm:presLayoutVars>
          <dgm:chPref val="3"/>
        </dgm:presLayoutVars>
      </dgm:prSet>
      <dgm:spPr/>
    </dgm:pt>
    <dgm:pt modelId="{89ED8573-ED06-4535-859C-E6F277E0B0B4}" type="pres">
      <dgm:prSet presAssocID="{5FF89E9C-7518-4785-B895-2AA146F22138}" presName="level3hierChild" presStyleCnt="0"/>
      <dgm:spPr/>
    </dgm:pt>
    <dgm:pt modelId="{7351CF48-267C-4FBA-8443-3FBDB4303CE2}" type="pres">
      <dgm:prSet presAssocID="{F68AF7B4-12B6-44E8-90A7-FFDE4D74220B}" presName="conn2-1" presStyleLbl="parChTrans1D3" presStyleIdx="1" presStyleCnt="10"/>
      <dgm:spPr/>
    </dgm:pt>
    <dgm:pt modelId="{D07A4619-A2D9-4FFF-B9F3-31E946CCCD2C}" type="pres">
      <dgm:prSet presAssocID="{F68AF7B4-12B6-44E8-90A7-FFDE4D74220B}" presName="connTx" presStyleLbl="parChTrans1D3" presStyleIdx="1" presStyleCnt="10"/>
      <dgm:spPr/>
    </dgm:pt>
    <dgm:pt modelId="{D0E74505-1966-4E1F-99D8-1DB22CBCA6FB}" type="pres">
      <dgm:prSet presAssocID="{B21E0656-C4B4-4057-A627-3BC548505A79}" presName="root2" presStyleCnt="0"/>
      <dgm:spPr/>
    </dgm:pt>
    <dgm:pt modelId="{9C55818A-8A3D-4350-9584-428AFB956924}" type="pres">
      <dgm:prSet presAssocID="{B21E0656-C4B4-4057-A627-3BC548505A79}" presName="LevelTwoTextNode" presStyleLbl="node3" presStyleIdx="1" presStyleCnt="10" custScaleX="568379">
        <dgm:presLayoutVars>
          <dgm:chPref val="3"/>
        </dgm:presLayoutVars>
      </dgm:prSet>
      <dgm:spPr/>
    </dgm:pt>
    <dgm:pt modelId="{D79EE5CC-E432-44D3-9D60-457495B6D047}" type="pres">
      <dgm:prSet presAssocID="{B21E0656-C4B4-4057-A627-3BC548505A79}" presName="level3hierChild" presStyleCnt="0"/>
      <dgm:spPr/>
    </dgm:pt>
    <dgm:pt modelId="{36B6A7FD-97B8-400F-AA8B-52DB8EEE9901}" type="pres">
      <dgm:prSet presAssocID="{ED7DCB4D-5473-4863-A99E-DC7290DB707C}" presName="conn2-1" presStyleLbl="parChTrans1D3" presStyleIdx="2" presStyleCnt="10"/>
      <dgm:spPr/>
    </dgm:pt>
    <dgm:pt modelId="{FC227643-4D58-4247-A660-E042EE73766A}" type="pres">
      <dgm:prSet presAssocID="{ED7DCB4D-5473-4863-A99E-DC7290DB707C}" presName="connTx" presStyleLbl="parChTrans1D3" presStyleIdx="2" presStyleCnt="10"/>
      <dgm:spPr/>
    </dgm:pt>
    <dgm:pt modelId="{AF62BD68-C3CA-46DE-BC9E-1E39B8980401}" type="pres">
      <dgm:prSet presAssocID="{25773B88-31D9-49D9-B325-3B7388A30B80}" presName="root2" presStyleCnt="0"/>
      <dgm:spPr/>
    </dgm:pt>
    <dgm:pt modelId="{E2675EC5-FAFA-4ACF-84B4-81F59AAB0E15}" type="pres">
      <dgm:prSet presAssocID="{25773B88-31D9-49D9-B325-3B7388A30B80}" presName="LevelTwoTextNode" presStyleLbl="node3" presStyleIdx="2" presStyleCnt="10" custScaleX="568379">
        <dgm:presLayoutVars>
          <dgm:chPref val="3"/>
        </dgm:presLayoutVars>
      </dgm:prSet>
      <dgm:spPr/>
    </dgm:pt>
    <dgm:pt modelId="{B9EFCA78-1D87-4720-8E4F-FF0DAD4B75E5}" type="pres">
      <dgm:prSet presAssocID="{25773B88-31D9-49D9-B325-3B7388A30B80}" presName="level3hierChild" presStyleCnt="0"/>
      <dgm:spPr/>
    </dgm:pt>
    <dgm:pt modelId="{A003BD85-1F9B-40BC-8E2B-7D3461BB2E48}" type="pres">
      <dgm:prSet presAssocID="{2AD310BB-7178-47D3-87C4-8A8FD0DD9C0B}" presName="conn2-1" presStyleLbl="parChTrans1D2" presStyleIdx="1" presStyleCnt="4"/>
      <dgm:spPr/>
    </dgm:pt>
    <dgm:pt modelId="{161B50C2-F834-4994-BA67-BD44F7599235}" type="pres">
      <dgm:prSet presAssocID="{2AD310BB-7178-47D3-87C4-8A8FD0DD9C0B}" presName="connTx" presStyleLbl="parChTrans1D2" presStyleIdx="1" presStyleCnt="4"/>
      <dgm:spPr/>
    </dgm:pt>
    <dgm:pt modelId="{77FBC56C-DD9B-49FE-935C-FD83A3515D66}" type="pres">
      <dgm:prSet presAssocID="{33A6ABB9-9C54-49FB-8B43-C8EE4FCCF1BB}" presName="root2" presStyleCnt="0"/>
      <dgm:spPr/>
    </dgm:pt>
    <dgm:pt modelId="{65698FE5-8AB4-4832-9F46-6242BBC9877B}" type="pres">
      <dgm:prSet presAssocID="{33A6ABB9-9C54-49FB-8B43-C8EE4FCCF1BB}" presName="LevelTwoTextNode" presStyleLbl="node2" presStyleIdx="1" presStyleCnt="4">
        <dgm:presLayoutVars>
          <dgm:chPref val="3"/>
        </dgm:presLayoutVars>
      </dgm:prSet>
      <dgm:spPr/>
    </dgm:pt>
    <dgm:pt modelId="{C0953AA8-D774-4DC3-9712-725B4735BFA0}" type="pres">
      <dgm:prSet presAssocID="{33A6ABB9-9C54-49FB-8B43-C8EE4FCCF1BB}" presName="level3hierChild" presStyleCnt="0"/>
      <dgm:spPr/>
    </dgm:pt>
    <dgm:pt modelId="{F1227C0E-6855-47C9-90A9-77C4AB085A42}" type="pres">
      <dgm:prSet presAssocID="{004AFB0F-4A41-40F5-88CB-DB92E7B5D197}" presName="conn2-1" presStyleLbl="parChTrans1D3" presStyleIdx="3" presStyleCnt="10"/>
      <dgm:spPr/>
    </dgm:pt>
    <dgm:pt modelId="{034048E3-FD14-4507-84CA-163A3D16C01F}" type="pres">
      <dgm:prSet presAssocID="{004AFB0F-4A41-40F5-88CB-DB92E7B5D197}" presName="connTx" presStyleLbl="parChTrans1D3" presStyleIdx="3" presStyleCnt="10"/>
      <dgm:spPr/>
    </dgm:pt>
    <dgm:pt modelId="{6BD72357-9AA0-4EB2-9B64-6B218D6432A3}" type="pres">
      <dgm:prSet presAssocID="{64145FB4-E3B8-46A1-A704-F877403141AD}" presName="root2" presStyleCnt="0"/>
      <dgm:spPr/>
    </dgm:pt>
    <dgm:pt modelId="{46DA6F65-8B5D-4B21-A6C9-05C0BF939F3D}" type="pres">
      <dgm:prSet presAssocID="{64145FB4-E3B8-46A1-A704-F877403141AD}" presName="LevelTwoTextNode" presStyleLbl="node3" presStyleIdx="3" presStyleCnt="10" custScaleX="568379">
        <dgm:presLayoutVars>
          <dgm:chPref val="3"/>
        </dgm:presLayoutVars>
      </dgm:prSet>
      <dgm:spPr/>
    </dgm:pt>
    <dgm:pt modelId="{BDD01335-AAFF-4C25-986D-190A7E7010E2}" type="pres">
      <dgm:prSet presAssocID="{64145FB4-E3B8-46A1-A704-F877403141AD}" presName="level3hierChild" presStyleCnt="0"/>
      <dgm:spPr/>
    </dgm:pt>
    <dgm:pt modelId="{C2FF0C8F-BECF-479E-894C-17511BAE79F7}" type="pres">
      <dgm:prSet presAssocID="{08576606-14EA-442B-8D0A-2F23551BB0B6}" presName="conn2-1" presStyleLbl="parChTrans1D3" presStyleIdx="4" presStyleCnt="10"/>
      <dgm:spPr/>
    </dgm:pt>
    <dgm:pt modelId="{EC88960B-9B18-4CC3-BF12-A5EE67EB5C1C}" type="pres">
      <dgm:prSet presAssocID="{08576606-14EA-442B-8D0A-2F23551BB0B6}" presName="connTx" presStyleLbl="parChTrans1D3" presStyleIdx="4" presStyleCnt="10"/>
      <dgm:spPr/>
    </dgm:pt>
    <dgm:pt modelId="{5B51E6C4-201E-4922-9CE6-775EC4A6E396}" type="pres">
      <dgm:prSet presAssocID="{30E2D89F-65CD-4CE6-A863-03A4C72F9306}" presName="root2" presStyleCnt="0"/>
      <dgm:spPr/>
    </dgm:pt>
    <dgm:pt modelId="{1FF37F0A-342B-4B56-AFFB-0C720B8EB8D2}" type="pres">
      <dgm:prSet presAssocID="{30E2D89F-65CD-4CE6-A863-03A4C72F9306}" presName="LevelTwoTextNode" presStyleLbl="node3" presStyleIdx="4" presStyleCnt="10" custScaleX="568379">
        <dgm:presLayoutVars>
          <dgm:chPref val="3"/>
        </dgm:presLayoutVars>
      </dgm:prSet>
      <dgm:spPr/>
    </dgm:pt>
    <dgm:pt modelId="{822EA570-9D34-4AE9-86BA-C48FAAEDA8DD}" type="pres">
      <dgm:prSet presAssocID="{30E2D89F-65CD-4CE6-A863-03A4C72F9306}" presName="level3hierChild" presStyleCnt="0"/>
      <dgm:spPr/>
    </dgm:pt>
    <dgm:pt modelId="{D7037ED6-84CD-4497-9CDE-B1B67F0A82B7}" type="pres">
      <dgm:prSet presAssocID="{9F7D228F-A4CE-47E7-9A96-08F2428241AD}" presName="conn2-1" presStyleLbl="parChTrans1D2" presStyleIdx="2" presStyleCnt="4"/>
      <dgm:spPr/>
    </dgm:pt>
    <dgm:pt modelId="{389C57BA-DF7F-46B4-94F2-06E81876DFC4}" type="pres">
      <dgm:prSet presAssocID="{9F7D228F-A4CE-47E7-9A96-08F2428241AD}" presName="connTx" presStyleLbl="parChTrans1D2" presStyleIdx="2" presStyleCnt="4"/>
      <dgm:spPr/>
    </dgm:pt>
    <dgm:pt modelId="{52F04E6C-F993-425A-AFC1-0AB6D533B3FC}" type="pres">
      <dgm:prSet presAssocID="{5BBD2724-E4E4-464B-AC2D-0F2E0281D96E}" presName="root2" presStyleCnt="0"/>
      <dgm:spPr/>
    </dgm:pt>
    <dgm:pt modelId="{07330C6A-240C-499C-83D7-6363147F9C89}" type="pres">
      <dgm:prSet presAssocID="{5BBD2724-E4E4-464B-AC2D-0F2E0281D96E}" presName="LevelTwoTextNode" presStyleLbl="node2" presStyleIdx="2" presStyleCnt="4">
        <dgm:presLayoutVars>
          <dgm:chPref val="3"/>
        </dgm:presLayoutVars>
      </dgm:prSet>
      <dgm:spPr/>
    </dgm:pt>
    <dgm:pt modelId="{2D10D335-14F3-48C8-A9A5-9074DE5C7226}" type="pres">
      <dgm:prSet presAssocID="{5BBD2724-E4E4-464B-AC2D-0F2E0281D96E}" presName="level3hierChild" presStyleCnt="0"/>
      <dgm:spPr/>
    </dgm:pt>
    <dgm:pt modelId="{868FE651-9618-4798-BDD2-971CDE7E1614}" type="pres">
      <dgm:prSet presAssocID="{BD373DDC-B176-4083-9C52-01F507ECD964}" presName="conn2-1" presStyleLbl="parChTrans1D3" presStyleIdx="5" presStyleCnt="10"/>
      <dgm:spPr/>
    </dgm:pt>
    <dgm:pt modelId="{A565D512-44A6-4CC2-AA71-E713E2C6A36C}" type="pres">
      <dgm:prSet presAssocID="{BD373DDC-B176-4083-9C52-01F507ECD964}" presName="connTx" presStyleLbl="parChTrans1D3" presStyleIdx="5" presStyleCnt="10"/>
      <dgm:spPr/>
    </dgm:pt>
    <dgm:pt modelId="{0EBE253B-7BF4-4489-A73B-834B6A2CCF10}" type="pres">
      <dgm:prSet presAssocID="{A5D1CA81-F86E-4804-A7BF-DE090A2F088D}" presName="root2" presStyleCnt="0"/>
      <dgm:spPr/>
    </dgm:pt>
    <dgm:pt modelId="{74E2466D-FB47-43DE-9506-FA3BB4FD6C22}" type="pres">
      <dgm:prSet presAssocID="{A5D1CA81-F86E-4804-A7BF-DE090A2F088D}" presName="LevelTwoTextNode" presStyleLbl="node3" presStyleIdx="5" presStyleCnt="10" custScaleX="568379">
        <dgm:presLayoutVars>
          <dgm:chPref val="3"/>
        </dgm:presLayoutVars>
      </dgm:prSet>
      <dgm:spPr/>
    </dgm:pt>
    <dgm:pt modelId="{9ABF8509-9173-473E-87C9-97712E360C4C}" type="pres">
      <dgm:prSet presAssocID="{A5D1CA81-F86E-4804-A7BF-DE090A2F088D}" presName="level3hierChild" presStyleCnt="0"/>
      <dgm:spPr/>
    </dgm:pt>
    <dgm:pt modelId="{4C580AC6-B042-4587-86BA-8F719FFA7717}" type="pres">
      <dgm:prSet presAssocID="{CF03752B-A412-437C-B6E3-5121DD96C6B4}" presName="conn2-1" presStyleLbl="parChTrans1D3" presStyleIdx="6" presStyleCnt="10"/>
      <dgm:spPr/>
    </dgm:pt>
    <dgm:pt modelId="{B85D2A0D-55CA-49EA-A4A8-6206D365652C}" type="pres">
      <dgm:prSet presAssocID="{CF03752B-A412-437C-B6E3-5121DD96C6B4}" presName="connTx" presStyleLbl="parChTrans1D3" presStyleIdx="6" presStyleCnt="10"/>
      <dgm:spPr/>
    </dgm:pt>
    <dgm:pt modelId="{BAC6639F-30A1-4B04-8D71-C7EAA8DB71B2}" type="pres">
      <dgm:prSet presAssocID="{026A8C6F-A13F-41F1-9904-9490B85B2F3C}" presName="root2" presStyleCnt="0"/>
      <dgm:spPr/>
    </dgm:pt>
    <dgm:pt modelId="{EA7AEA68-61C2-4699-B5BA-C67162FA7EEA}" type="pres">
      <dgm:prSet presAssocID="{026A8C6F-A13F-41F1-9904-9490B85B2F3C}" presName="LevelTwoTextNode" presStyleLbl="node3" presStyleIdx="6" presStyleCnt="10" custScaleX="568379">
        <dgm:presLayoutVars>
          <dgm:chPref val="3"/>
        </dgm:presLayoutVars>
      </dgm:prSet>
      <dgm:spPr/>
    </dgm:pt>
    <dgm:pt modelId="{B9BA8A07-6907-4A19-9CA5-826C701A6206}" type="pres">
      <dgm:prSet presAssocID="{026A8C6F-A13F-41F1-9904-9490B85B2F3C}" presName="level3hierChild" presStyleCnt="0"/>
      <dgm:spPr/>
    </dgm:pt>
    <dgm:pt modelId="{6585AC47-3E32-4474-8CF8-77A218F7CC63}" type="pres">
      <dgm:prSet presAssocID="{10744E24-1505-4F17-A6EC-F4A0F173CC73}" presName="conn2-1" presStyleLbl="parChTrans1D2" presStyleIdx="3" presStyleCnt="4"/>
      <dgm:spPr/>
    </dgm:pt>
    <dgm:pt modelId="{BA862D95-679A-42A4-899A-12916D25CE0D}" type="pres">
      <dgm:prSet presAssocID="{10744E24-1505-4F17-A6EC-F4A0F173CC73}" presName="connTx" presStyleLbl="parChTrans1D2" presStyleIdx="3" presStyleCnt="4"/>
      <dgm:spPr/>
    </dgm:pt>
    <dgm:pt modelId="{F7B01A93-0CB0-4927-AA2D-65E6DC6977ED}" type="pres">
      <dgm:prSet presAssocID="{14C80817-2762-461D-9C6E-BFC4EA0D4E6D}" presName="root2" presStyleCnt="0"/>
      <dgm:spPr/>
    </dgm:pt>
    <dgm:pt modelId="{CD896BCE-2640-4F7F-94EC-6A194D035977}" type="pres">
      <dgm:prSet presAssocID="{14C80817-2762-461D-9C6E-BFC4EA0D4E6D}" presName="LevelTwoTextNode" presStyleLbl="node2" presStyleIdx="3" presStyleCnt="4">
        <dgm:presLayoutVars>
          <dgm:chPref val="3"/>
        </dgm:presLayoutVars>
      </dgm:prSet>
      <dgm:spPr/>
    </dgm:pt>
    <dgm:pt modelId="{53D56F63-35FB-495B-8EB6-A7F69C7BFAF9}" type="pres">
      <dgm:prSet presAssocID="{14C80817-2762-461D-9C6E-BFC4EA0D4E6D}" presName="level3hierChild" presStyleCnt="0"/>
      <dgm:spPr/>
    </dgm:pt>
    <dgm:pt modelId="{270B92F7-5ABA-4682-BA05-7C8B70231CEF}" type="pres">
      <dgm:prSet presAssocID="{C4A60F53-189B-43C5-AA34-346DE13A6B8B}" presName="conn2-1" presStyleLbl="parChTrans1D3" presStyleIdx="7" presStyleCnt="10"/>
      <dgm:spPr/>
    </dgm:pt>
    <dgm:pt modelId="{BF350206-2DD3-4858-9641-5588CDA3BB28}" type="pres">
      <dgm:prSet presAssocID="{C4A60F53-189B-43C5-AA34-346DE13A6B8B}" presName="connTx" presStyleLbl="parChTrans1D3" presStyleIdx="7" presStyleCnt="10"/>
      <dgm:spPr/>
    </dgm:pt>
    <dgm:pt modelId="{FB8225B8-0A0F-400E-A1A3-CF426665E704}" type="pres">
      <dgm:prSet presAssocID="{08A98D25-7966-438D-A742-60B270A65358}" presName="root2" presStyleCnt="0"/>
      <dgm:spPr/>
    </dgm:pt>
    <dgm:pt modelId="{EC0DF2AA-824A-4384-830E-CD482ED3F850}" type="pres">
      <dgm:prSet presAssocID="{08A98D25-7966-438D-A742-60B270A65358}" presName="LevelTwoTextNode" presStyleLbl="node3" presStyleIdx="7" presStyleCnt="10" custScaleX="568379">
        <dgm:presLayoutVars>
          <dgm:chPref val="3"/>
        </dgm:presLayoutVars>
      </dgm:prSet>
      <dgm:spPr/>
    </dgm:pt>
    <dgm:pt modelId="{D28D20D1-5AA8-4566-9612-28F6FBCDBB10}" type="pres">
      <dgm:prSet presAssocID="{08A98D25-7966-438D-A742-60B270A65358}" presName="level3hierChild" presStyleCnt="0"/>
      <dgm:spPr/>
    </dgm:pt>
    <dgm:pt modelId="{62D0208F-7746-45BF-BED5-DA8E01E8F3ED}" type="pres">
      <dgm:prSet presAssocID="{0D00A341-D496-415A-9D20-A86A7BA851AF}" presName="conn2-1" presStyleLbl="parChTrans1D3" presStyleIdx="8" presStyleCnt="10"/>
      <dgm:spPr/>
    </dgm:pt>
    <dgm:pt modelId="{BD219830-2EF7-4BBF-B567-83500D4B3912}" type="pres">
      <dgm:prSet presAssocID="{0D00A341-D496-415A-9D20-A86A7BA851AF}" presName="connTx" presStyleLbl="parChTrans1D3" presStyleIdx="8" presStyleCnt="10"/>
      <dgm:spPr/>
    </dgm:pt>
    <dgm:pt modelId="{1A8F2A07-12FA-4F02-B8A6-EA701B8B1ADB}" type="pres">
      <dgm:prSet presAssocID="{B4DD7E66-A21B-4E6A-87EC-EF4463726579}" presName="root2" presStyleCnt="0"/>
      <dgm:spPr/>
    </dgm:pt>
    <dgm:pt modelId="{9FD5A9F4-E01A-4827-9A44-478237D63CB3}" type="pres">
      <dgm:prSet presAssocID="{B4DD7E66-A21B-4E6A-87EC-EF4463726579}" presName="LevelTwoTextNode" presStyleLbl="node3" presStyleIdx="8" presStyleCnt="10" custScaleX="568379">
        <dgm:presLayoutVars>
          <dgm:chPref val="3"/>
        </dgm:presLayoutVars>
      </dgm:prSet>
      <dgm:spPr/>
    </dgm:pt>
    <dgm:pt modelId="{C25DCB1C-2A02-42B7-A188-5EA4EB61F059}" type="pres">
      <dgm:prSet presAssocID="{B4DD7E66-A21B-4E6A-87EC-EF4463726579}" presName="level3hierChild" presStyleCnt="0"/>
      <dgm:spPr/>
    </dgm:pt>
    <dgm:pt modelId="{A3ED6898-019C-429A-9B63-A6AF34C24949}" type="pres">
      <dgm:prSet presAssocID="{28FD01F1-D6E9-49B9-98AA-A73F336F99AC}" presName="conn2-1" presStyleLbl="parChTrans1D3" presStyleIdx="9" presStyleCnt="10"/>
      <dgm:spPr/>
    </dgm:pt>
    <dgm:pt modelId="{6E067589-16DE-4F4A-9EFB-F83C88E57841}" type="pres">
      <dgm:prSet presAssocID="{28FD01F1-D6E9-49B9-98AA-A73F336F99AC}" presName="connTx" presStyleLbl="parChTrans1D3" presStyleIdx="9" presStyleCnt="10"/>
      <dgm:spPr/>
    </dgm:pt>
    <dgm:pt modelId="{7B928265-4D1A-40CC-AF65-3EDD870E791E}" type="pres">
      <dgm:prSet presAssocID="{8128A418-2ED2-4E67-BCC8-6E64F411A1F6}" presName="root2" presStyleCnt="0"/>
      <dgm:spPr/>
    </dgm:pt>
    <dgm:pt modelId="{9DEC16C1-83D1-4653-8DB1-A64C479C2657}" type="pres">
      <dgm:prSet presAssocID="{8128A418-2ED2-4E67-BCC8-6E64F411A1F6}" presName="LevelTwoTextNode" presStyleLbl="node3" presStyleIdx="9" presStyleCnt="10" custScaleX="568379">
        <dgm:presLayoutVars>
          <dgm:chPref val="3"/>
        </dgm:presLayoutVars>
      </dgm:prSet>
      <dgm:spPr/>
    </dgm:pt>
    <dgm:pt modelId="{C0504495-6243-42BB-A4C5-A18B38FD4836}" type="pres">
      <dgm:prSet presAssocID="{8128A418-2ED2-4E67-BCC8-6E64F411A1F6}" presName="level3hierChild" presStyleCnt="0"/>
      <dgm:spPr/>
    </dgm:pt>
  </dgm:ptLst>
  <dgm:cxnLst>
    <dgm:cxn modelId="{9AE70505-30C4-475F-B839-EDC5FD4523CE}" srcId="{064A1934-830A-4BF1-8525-517EC073E978}" destId="{D49BF611-287A-49B2-979F-58D20C37BCF2}" srcOrd="0" destOrd="0" parTransId="{349CADD9-E0D4-4A3C-9262-A325439E341C}" sibTransId="{9B0D073E-F971-4CAA-BB5D-A6985C70E901}"/>
    <dgm:cxn modelId="{01F95005-B322-415B-AC14-D8D7A8C82550}" type="presOf" srcId="{B21E0656-C4B4-4057-A627-3BC548505A79}" destId="{9C55818A-8A3D-4350-9584-428AFB956924}" srcOrd="0" destOrd="0" presId="urn:microsoft.com/office/officeart/2008/layout/HorizontalMultiLevelHierarchy"/>
    <dgm:cxn modelId="{D224D40B-2AD6-4581-8036-59678915F6A4}" type="presOf" srcId="{08576606-14EA-442B-8D0A-2F23551BB0B6}" destId="{C2FF0C8F-BECF-479E-894C-17511BAE79F7}" srcOrd="0" destOrd="0" presId="urn:microsoft.com/office/officeart/2008/layout/HorizontalMultiLevelHierarchy"/>
    <dgm:cxn modelId="{DDDF9C10-E0AE-4F32-AC5C-A75AF7E9EA23}" srcId="{D49BF611-287A-49B2-979F-58D20C37BCF2}" destId="{5BBD2724-E4E4-464B-AC2D-0F2E0281D96E}" srcOrd="2" destOrd="0" parTransId="{9F7D228F-A4CE-47E7-9A96-08F2428241AD}" sibTransId="{4417B561-0C4D-40DB-923C-A90D5230D231}"/>
    <dgm:cxn modelId="{8F99A010-EEBE-41EE-8E0E-261CBF22DFE5}" type="presOf" srcId="{10744E24-1505-4F17-A6EC-F4A0F173CC73}" destId="{6585AC47-3E32-4474-8CF8-77A218F7CC63}" srcOrd="0" destOrd="0" presId="urn:microsoft.com/office/officeart/2008/layout/HorizontalMultiLevelHierarchy"/>
    <dgm:cxn modelId="{2C8CF411-68A0-4A80-9AAD-A698870D7A66}" type="presOf" srcId="{BD373DDC-B176-4083-9C52-01F507ECD964}" destId="{A565D512-44A6-4CC2-AA71-E713E2C6A36C}" srcOrd="1" destOrd="0" presId="urn:microsoft.com/office/officeart/2008/layout/HorizontalMultiLevelHierarchy"/>
    <dgm:cxn modelId="{7306A618-8531-407E-9679-3F36304BB147}" type="presOf" srcId="{30E2D89F-65CD-4CE6-A863-03A4C72F9306}" destId="{1FF37F0A-342B-4B56-AFFB-0C720B8EB8D2}" srcOrd="0" destOrd="0" presId="urn:microsoft.com/office/officeart/2008/layout/HorizontalMultiLevelHierarchy"/>
    <dgm:cxn modelId="{17F0FE18-A0BE-43AE-86F5-30A3DBAFB00D}" type="presOf" srcId="{64145FB4-E3B8-46A1-A704-F877403141AD}" destId="{46DA6F65-8B5D-4B21-A6C9-05C0BF939F3D}" srcOrd="0" destOrd="0" presId="urn:microsoft.com/office/officeart/2008/layout/HorizontalMultiLevelHierarchy"/>
    <dgm:cxn modelId="{C41B831C-7C43-49BB-B09D-8FE0EA2E4C2D}" type="presOf" srcId="{D49BF611-287A-49B2-979F-58D20C37BCF2}" destId="{1955FE4F-F686-4299-881F-3B9C13505DEC}" srcOrd="0" destOrd="0" presId="urn:microsoft.com/office/officeart/2008/layout/HorizontalMultiLevelHierarchy"/>
    <dgm:cxn modelId="{1214B51D-A19E-450E-AFD9-39AF9322AD01}" type="presOf" srcId="{9F7D228F-A4CE-47E7-9A96-08F2428241AD}" destId="{389C57BA-DF7F-46B4-94F2-06E81876DFC4}" srcOrd="1" destOrd="0" presId="urn:microsoft.com/office/officeart/2008/layout/HorizontalMultiLevelHierarchy"/>
    <dgm:cxn modelId="{F32A991F-AF63-4D5D-926E-AFBD1A0EBEF7}" type="presOf" srcId="{A3285CB1-DBF3-4266-97FB-905ADADD0AEB}" destId="{C5A88CD5-F5C8-49CD-B800-47E5EF6DA8D9}" srcOrd="1" destOrd="0" presId="urn:microsoft.com/office/officeart/2008/layout/HorizontalMultiLevelHierarchy"/>
    <dgm:cxn modelId="{5A140526-EE8A-4423-8C18-036E675D8B97}" type="presOf" srcId="{ED7DCB4D-5473-4863-A99E-DC7290DB707C}" destId="{FC227643-4D58-4247-A660-E042EE73766A}" srcOrd="1" destOrd="0" presId="urn:microsoft.com/office/officeart/2008/layout/HorizontalMultiLevelHierarchy"/>
    <dgm:cxn modelId="{60BB7526-D174-44F2-B876-36318AAEC3FB}" type="presOf" srcId="{9F7D228F-A4CE-47E7-9A96-08F2428241AD}" destId="{D7037ED6-84CD-4497-9CDE-B1B67F0A82B7}" srcOrd="0" destOrd="0" presId="urn:microsoft.com/office/officeart/2008/layout/HorizontalMultiLevelHierarchy"/>
    <dgm:cxn modelId="{7A4E112D-9C76-465B-81DD-F9F3036BBCA4}" srcId="{33A6ABB9-9C54-49FB-8B43-C8EE4FCCF1BB}" destId="{64145FB4-E3B8-46A1-A704-F877403141AD}" srcOrd="0" destOrd="0" parTransId="{004AFB0F-4A41-40F5-88CB-DB92E7B5D197}" sibTransId="{37B6B08B-9A61-46C4-A22E-774CD08AFDED}"/>
    <dgm:cxn modelId="{2E03DF32-F5FF-4D82-898B-C8AC56F59368}" srcId="{D49BF611-287A-49B2-979F-58D20C37BCF2}" destId="{113B837A-4392-44E7-94D4-CC5E6A4C5958}" srcOrd="0" destOrd="0" parTransId="{A3285CB1-DBF3-4266-97FB-905ADADD0AEB}" sibTransId="{BD69C18C-FFF0-4246-8917-94D753FAAAA3}"/>
    <dgm:cxn modelId="{E275CA34-6DEC-4E31-81CF-DD3F0E8D18E2}" type="presOf" srcId="{BD373DDC-B176-4083-9C52-01F507ECD964}" destId="{868FE651-9618-4798-BDD2-971CDE7E1614}" srcOrd="0" destOrd="0" presId="urn:microsoft.com/office/officeart/2008/layout/HorizontalMultiLevelHierarchy"/>
    <dgm:cxn modelId="{29C5F265-68F9-48E7-933C-043BAD7BFD02}" srcId="{113B837A-4392-44E7-94D4-CC5E6A4C5958}" destId="{25773B88-31D9-49D9-B325-3B7388A30B80}" srcOrd="2" destOrd="0" parTransId="{ED7DCB4D-5473-4863-A99E-DC7290DB707C}" sibTransId="{726382F7-6A5E-4381-8A28-3B37080E323A}"/>
    <dgm:cxn modelId="{8431F946-F035-4CFF-A650-256D772E2B3B}" srcId="{D49BF611-287A-49B2-979F-58D20C37BCF2}" destId="{33A6ABB9-9C54-49FB-8B43-C8EE4FCCF1BB}" srcOrd="1" destOrd="0" parTransId="{2AD310BB-7178-47D3-87C4-8A8FD0DD9C0B}" sibTransId="{FA11C2D2-DE96-45E4-9AF9-76B974F1A8E7}"/>
    <dgm:cxn modelId="{980CB347-2D9A-4FDB-8ACE-CBC343F217EF}" type="presOf" srcId="{B4DD7E66-A21B-4E6A-87EC-EF4463726579}" destId="{9FD5A9F4-E01A-4827-9A44-478237D63CB3}" srcOrd="0" destOrd="0" presId="urn:microsoft.com/office/officeart/2008/layout/HorizontalMultiLevelHierarchy"/>
    <dgm:cxn modelId="{9ACF8D68-D9DC-4867-91DA-2705AB4EFEB1}" type="presOf" srcId="{5BBD2724-E4E4-464B-AC2D-0F2E0281D96E}" destId="{07330C6A-240C-499C-83D7-6363147F9C89}" srcOrd="0" destOrd="0" presId="urn:microsoft.com/office/officeart/2008/layout/HorizontalMultiLevelHierarchy"/>
    <dgm:cxn modelId="{F3717269-7A50-4643-BDE6-B132BD32E98C}" type="presOf" srcId="{CF03752B-A412-437C-B6E3-5121DD96C6B4}" destId="{4C580AC6-B042-4587-86BA-8F719FFA7717}" srcOrd="0" destOrd="0" presId="urn:microsoft.com/office/officeart/2008/layout/HorizontalMultiLevelHierarchy"/>
    <dgm:cxn modelId="{4F9D5569-AF03-4B8B-9140-4B4DA98E5AE1}" type="presOf" srcId="{5FF89E9C-7518-4785-B895-2AA146F22138}" destId="{4CC7EA05-126A-4FD8-BCAA-17D166F61DFB}" srcOrd="0" destOrd="0" presId="urn:microsoft.com/office/officeart/2008/layout/HorizontalMultiLevelHierarchy"/>
    <dgm:cxn modelId="{397CBF6A-B140-41B7-9880-47D3FB6D5C4F}" type="presOf" srcId="{28FD01F1-D6E9-49B9-98AA-A73F336F99AC}" destId="{6E067589-16DE-4F4A-9EFB-F83C88E57841}" srcOrd="1" destOrd="0" presId="urn:microsoft.com/office/officeart/2008/layout/HorizontalMultiLevelHierarchy"/>
    <dgm:cxn modelId="{7FBAF273-FD76-4A99-B16F-68B6D5C4225C}" type="presOf" srcId="{394C5CAD-75C0-4155-8028-3BB04C55DD64}" destId="{4DF59A33-7FCA-45EA-B0FD-AF3905F95266}" srcOrd="1" destOrd="0" presId="urn:microsoft.com/office/officeart/2008/layout/HorizontalMultiLevelHierarchy"/>
    <dgm:cxn modelId="{1B345874-A543-4E64-91FD-72449FBF3007}" type="presOf" srcId="{F68AF7B4-12B6-44E8-90A7-FFDE4D74220B}" destId="{D07A4619-A2D9-4FFF-B9F3-31E946CCCD2C}" srcOrd="1" destOrd="0" presId="urn:microsoft.com/office/officeart/2008/layout/HorizontalMultiLevelHierarchy"/>
    <dgm:cxn modelId="{FFEA3857-83FE-492E-B6EA-3D6981DAA1E2}" srcId="{14C80817-2762-461D-9C6E-BFC4EA0D4E6D}" destId="{B4DD7E66-A21B-4E6A-87EC-EF4463726579}" srcOrd="1" destOrd="0" parTransId="{0D00A341-D496-415A-9D20-A86A7BA851AF}" sibTransId="{E8ED5EA1-BAEA-4FFE-874D-3C84F6F50FA9}"/>
    <dgm:cxn modelId="{A4F13179-04F0-4A8F-8448-5FDAD4A7558B}" type="presOf" srcId="{394C5CAD-75C0-4155-8028-3BB04C55DD64}" destId="{4857C23F-0C71-42B8-866F-B72DA005AE07}" srcOrd="0" destOrd="0" presId="urn:microsoft.com/office/officeart/2008/layout/HorizontalMultiLevelHierarchy"/>
    <dgm:cxn modelId="{E0B71F7E-C0BB-4D5C-B8B2-96BF40AD2E99}" srcId="{5BBD2724-E4E4-464B-AC2D-0F2E0281D96E}" destId="{A5D1CA81-F86E-4804-A7BF-DE090A2F088D}" srcOrd="0" destOrd="0" parTransId="{BD373DDC-B176-4083-9C52-01F507ECD964}" sibTransId="{C1F4F375-6EFA-4ADC-92C6-9BB5B4AEA7B4}"/>
    <dgm:cxn modelId="{5ED8C27E-863A-40B8-A7FC-AE228CFDA72F}" srcId="{113B837A-4392-44E7-94D4-CC5E6A4C5958}" destId="{5FF89E9C-7518-4785-B895-2AA146F22138}" srcOrd="0" destOrd="0" parTransId="{394C5CAD-75C0-4155-8028-3BB04C55DD64}" sibTransId="{B18DE145-4B00-43C5-8DFD-B8A967124BE7}"/>
    <dgm:cxn modelId="{1D768180-67BD-405D-AA52-6C96AAD5B117}" type="presOf" srcId="{004AFB0F-4A41-40F5-88CB-DB92E7B5D197}" destId="{F1227C0E-6855-47C9-90A9-77C4AB085A42}" srcOrd="0" destOrd="0" presId="urn:microsoft.com/office/officeart/2008/layout/HorizontalMultiLevelHierarchy"/>
    <dgm:cxn modelId="{EECB9981-B8D3-4DC2-8D36-603E1BABA3A0}" type="presOf" srcId="{28FD01F1-D6E9-49B9-98AA-A73F336F99AC}" destId="{A3ED6898-019C-429A-9B63-A6AF34C24949}" srcOrd="0" destOrd="0" presId="urn:microsoft.com/office/officeart/2008/layout/HorizontalMultiLevelHierarchy"/>
    <dgm:cxn modelId="{73A1B881-4B8C-46FD-85B4-4ACBAE56791B}" srcId="{5BBD2724-E4E4-464B-AC2D-0F2E0281D96E}" destId="{026A8C6F-A13F-41F1-9904-9490B85B2F3C}" srcOrd="1" destOrd="0" parTransId="{CF03752B-A412-437C-B6E3-5121DD96C6B4}" sibTransId="{47B1CC34-2F18-4B80-9985-65FAB7F074D3}"/>
    <dgm:cxn modelId="{4FFC9D82-9C61-4394-A132-8E612F81B2DF}" type="presOf" srcId="{F68AF7B4-12B6-44E8-90A7-FFDE4D74220B}" destId="{7351CF48-267C-4FBA-8443-3FBDB4303CE2}" srcOrd="0" destOrd="0" presId="urn:microsoft.com/office/officeart/2008/layout/HorizontalMultiLevelHierarchy"/>
    <dgm:cxn modelId="{E058F985-B427-446D-A686-3B35A1913EDC}" type="presOf" srcId="{CF03752B-A412-437C-B6E3-5121DD96C6B4}" destId="{B85D2A0D-55CA-49EA-A4A8-6206D365652C}" srcOrd="1" destOrd="0" presId="urn:microsoft.com/office/officeart/2008/layout/HorizontalMultiLevelHierarchy"/>
    <dgm:cxn modelId="{C39F8894-228F-432C-89A3-D756517A8AE2}" type="presOf" srcId="{A3285CB1-DBF3-4266-97FB-905ADADD0AEB}" destId="{D19314CE-EC74-4E80-AEB6-1EA948E3B956}" srcOrd="0" destOrd="0" presId="urn:microsoft.com/office/officeart/2008/layout/HorizontalMultiLevelHierarchy"/>
    <dgm:cxn modelId="{CE43859A-91DD-4D36-8D25-AEA980506176}" type="presOf" srcId="{004AFB0F-4A41-40F5-88CB-DB92E7B5D197}" destId="{034048E3-FD14-4507-84CA-163A3D16C01F}" srcOrd="1" destOrd="0" presId="urn:microsoft.com/office/officeart/2008/layout/HorizontalMultiLevelHierarchy"/>
    <dgm:cxn modelId="{91CBFB9A-75E8-466A-8874-8BB882E1EC99}" type="presOf" srcId="{0D00A341-D496-415A-9D20-A86A7BA851AF}" destId="{62D0208F-7746-45BF-BED5-DA8E01E8F3ED}" srcOrd="0" destOrd="0" presId="urn:microsoft.com/office/officeart/2008/layout/HorizontalMultiLevelHierarchy"/>
    <dgm:cxn modelId="{D86BF69F-D61F-4C65-BAA5-5989A81D2870}" type="presOf" srcId="{064A1934-830A-4BF1-8525-517EC073E978}" destId="{60A6F442-1941-4C62-8F70-A9FA8EC03143}" srcOrd="0" destOrd="0" presId="urn:microsoft.com/office/officeart/2008/layout/HorizontalMultiLevelHierarchy"/>
    <dgm:cxn modelId="{33FF2DA3-098A-4882-B10B-8AC2113BE579}" srcId="{33A6ABB9-9C54-49FB-8B43-C8EE4FCCF1BB}" destId="{30E2D89F-65CD-4CE6-A863-03A4C72F9306}" srcOrd="1" destOrd="0" parTransId="{08576606-14EA-442B-8D0A-2F23551BB0B6}" sibTransId="{69B04642-C922-43F3-9BFB-FB55FDC91B54}"/>
    <dgm:cxn modelId="{D202CAAB-2361-4354-8E6C-B1197C7324A8}" type="presOf" srcId="{C4A60F53-189B-43C5-AA34-346DE13A6B8B}" destId="{270B92F7-5ABA-4682-BA05-7C8B70231CEF}" srcOrd="0" destOrd="0" presId="urn:microsoft.com/office/officeart/2008/layout/HorizontalMultiLevelHierarchy"/>
    <dgm:cxn modelId="{39C312AD-2436-4D89-A19A-904C64B7FB00}" type="presOf" srcId="{8128A418-2ED2-4E67-BCC8-6E64F411A1F6}" destId="{9DEC16C1-83D1-4653-8DB1-A64C479C2657}" srcOrd="0" destOrd="0" presId="urn:microsoft.com/office/officeart/2008/layout/HorizontalMultiLevelHierarchy"/>
    <dgm:cxn modelId="{8DDEF2AE-4586-4A90-A039-92EBAE4E5D71}" srcId="{113B837A-4392-44E7-94D4-CC5E6A4C5958}" destId="{B21E0656-C4B4-4057-A627-3BC548505A79}" srcOrd="1" destOrd="0" parTransId="{F68AF7B4-12B6-44E8-90A7-FFDE4D74220B}" sibTransId="{6F653EF7-1B6C-459E-BDD5-00A6E527D51E}"/>
    <dgm:cxn modelId="{E9B306B0-F9B2-4DF2-B2BD-B3F525707212}" type="presOf" srcId="{2AD310BB-7178-47D3-87C4-8A8FD0DD9C0B}" destId="{A003BD85-1F9B-40BC-8E2B-7D3461BB2E48}" srcOrd="0" destOrd="0" presId="urn:microsoft.com/office/officeart/2008/layout/HorizontalMultiLevelHierarchy"/>
    <dgm:cxn modelId="{61A170B3-8402-42B7-B673-229244A90F13}" type="presOf" srcId="{14C80817-2762-461D-9C6E-BFC4EA0D4E6D}" destId="{CD896BCE-2640-4F7F-94EC-6A194D035977}" srcOrd="0" destOrd="0" presId="urn:microsoft.com/office/officeart/2008/layout/HorizontalMultiLevelHierarchy"/>
    <dgm:cxn modelId="{BAF8D4BC-2404-4B8C-A73C-CB480E5B33AD}" type="presOf" srcId="{33A6ABB9-9C54-49FB-8B43-C8EE4FCCF1BB}" destId="{65698FE5-8AB4-4832-9F46-6242BBC9877B}" srcOrd="0" destOrd="0" presId="urn:microsoft.com/office/officeart/2008/layout/HorizontalMultiLevelHierarchy"/>
    <dgm:cxn modelId="{432F93BE-A3FF-4A30-A71C-B7B78CF05B6E}" type="presOf" srcId="{A5D1CA81-F86E-4804-A7BF-DE090A2F088D}" destId="{74E2466D-FB47-43DE-9506-FA3BB4FD6C22}" srcOrd="0" destOrd="0" presId="urn:microsoft.com/office/officeart/2008/layout/HorizontalMultiLevelHierarchy"/>
    <dgm:cxn modelId="{E5987CBF-2916-4F6F-9958-253C3B61B3E7}" type="presOf" srcId="{113B837A-4392-44E7-94D4-CC5E6A4C5958}" destId="{437A5718-08C9-4C97-82D0-6A6DD6769CE4}" srcOrd="0" destOrd="0" presId="urn:microsoft.com/office/officeart/2008/layout/HorizontalMultiLevelHierarchy"/>
    <dgm:cxn modelId="{778195BF-51BC-4FB6-82FB-12F91B260F11}" type="presOf" srcId="{ED7DCB4D-5473-4863-A99E-DC7290DB707C}" destId="{36B6A7FD-97B8-400F-AA8B-52DB8EEE9901}" srcOrd="0" destOrd="0" presId="urn:microsoft.com/office/officeart/2008/layout/HorizontalMultiLevelHierarchy"/>
    <dgm:cxn modelId="{2DCC7CC6-2E20-46A2-9EFD-4C71D6273C7C}" srcId="{D49BF611-287A-49B2-979F-58D20C37BCF2}" destId="{14C80817-2762-461D-9C6E-BFC4EA0D4E6D}" srcOrd="3" destOrd="0" parTransId="{10744E24-1505-4F17-A6EC-F4A0F173CC73}" sibTransId="{327DA240-ED39-4117-8760-931F53AD7A0A}"/>
    <dgm:cxn modelId="{8D33EFC6-2517-45FE-9DEA-BE4B8E6B456A}" srcId="{14C80817-2762-461D-9C6E-BFC4EA0D4E6D}" destId="{8128A418-2ED2-4E67-BCC8-6E64F411A1F6}" srcOrd="2" destOrd="0" parTransId="{28FD01F1-D6E9-49B9-98AA-A73F336F99AC}" sibTransId="{E3254039-ACA0-4E10-9595-5382793E5983}"/>
    <dgm:cxn modelId="{1C1052C9-DBD0-4ED4-AA03-36E5D3EFB561}" type="presOf" srcId="{10744E24-1505-4F17-A6EC-F4A0F173CC73}" destId="{BA862D95-679A-42A4-899A-12916D25CE0D}" srcOrd="1" destOrd="0" presId="urn:microsoft.com/office/officeart/2008/layout/HorizontalMultiLevelHierarchy"/>
    <dgm:cxn modelId="{2A002DDE-B234-4A2D-9806-10D581450E91}" type="presOf" srcId="{C4A60F53-189B-43C5-AA34-346DE13A6B8B}" destId="{BF350206-2DD3-4858-9641-5588CDA3BB28}" srcOrd="1" destOrd="0" presId="urn:microsoft.com/office/officeart/2008/layout/HorizontalMultiLevelHierarchy"/>
    <dgm:cxn modelId="{8A1A99E2-1125-432C-8436-5F45F1454AE5}" type="presOf" srcId="{0D00A341-D496-415A-9D20-A86A7BA851AF}" destId="{BD219830-2EF7-4BBF-B567-83500D4B3912}" srcOrd="1" destOrd="0" presId="urn:microsoft.com/office/officeart/2008/layout/HorizontalMultiLevelHierarchy"/>
    <dgm:cxn modelId="{6A539DE8-D56E-42C3-B775-237FB34FAB06}" type="presOf" srcId="{25773B88-31D9-49D9-B325-3B7388A30B80}" destId="{E2675EC5-FAFA-4ACF-84B4-81F59AAB0E15}" srcOrd="0" destOrd="0" presId="urn:microsoft.com/office/officeart/2008/layout/HorizontalMultiLevelHierarchy"/>
    <dgm:cxn modelId="{530D37E9-BC0D-4568-9B73-A04101124214}" srcId="{14C80817-2762-461D-9C6E-BFC4EA0D4E6D}" destId="{08A98D25-7966-438D-A742-60B270A65358}" srcOrd="0" destOrd="0" parTransId="{C4A60F53-189B-43C5-AA34-346DE13A6B8B}" sibTransId="{84CCC592-0049-415C-A877-C6385AF1493B}"/>
    <dgm:cxn modelId="{DCED7AEE-4071-443B-BF9E-776F0A80318B}" type="presOf" srcId="{08A98D25-7966-438D-A742-60B270A65358}" destId="{EC0DF2AA-824A-4384-830E-CD482ED3F850}" srcOrd="0" destOrd="0" presId="urn:microsoft.com/office/officeart/2008/layout/HorizontalMultiLevelHierarchy"/>
    <dgm:cxn modelId="{6685CDEF-2C94-4188-8879-F18AE09FD0F0}" type="presOf" srcId="{026A8C6F-A13F-41F1-9904-9490B85B2F3C}" destId="{EA7AEA68-61C2-4699-B5BA-C67162FA7EEA}" srcOrd="0" destOrd="0" presId="urn:microsoft.com/office/officeart/2008/layout/HorizontalMultiLevelHierarchy"/>
    <dgm:cxn modelId="{941BBFF7-EA05-402B-915E-CC92F41275D1}" type="presOf" srcId="{2AD310BB-7178-47D3-87C4-8A8FD0DD9C0B}" destId="{161B50C2-F834-4994-BA67-BD44F7599235}" srcOrd="1" destOrd="0" presId="urn:microsoft.com/office/officeart/2008/layout/HorizontalMultiLevelHierarchy"/>
    <dgm:cxn modelId="{AE4152FB-381B-4D52-8DCD-CCDF07419D17}" type="presOf" srcId="{08576606-14EA-442B-8D0A-2F23551BB0B6}" destId="{EC88960B-9B18-4CC3-BF12-A5EE67EB5C1C}" srcOrd="1" destOrd="0" presId="urn:microsoft.com/office/officeart/2008/layout/HorizontalMultiLevelHierarchy"/>
    <dgm:cxn modelId="{9C14EBFE-A744-4D34-9988-C3FB5D9AA5EB}" type="presParOf" srcId="{60A6F442-1941-4C62-8F70-A9FA8EC03143}" destId="{B9B37602-0A65-4D8A-B8EE-7106675B3189}" srcOrd="0" destOrd="0" presId="urn:microsoft.com/office/officeart/2008/layout/HorizontalMultiLevelHierarchy"/>
    <dgm:cxn modelId="{322928B8-2BCD-40C8-9312-695F5AFBE674}" type="presParOf" srcId="{B9B37602-0A65-4D8A-B8EE-7106675B3189}" destId="{1955FE4F-F686-4299-881F-3B9C13505DEC}" srcOrd="0" destOrd="0" presId="urn:microsoft.com/office/officeart/2008/layout/HorizontalMultiLevelHierarchy"/>
    <dgm:cxn modelId="{DABE4DD7-B1E9-4F88-BF65-1EE1587444E1}" type="presParOf" srcId="{B9B37602-0A65-4D8A-B8EE-7106675B3189}" destId="{196F8FF8-A6E9-41C5-B1FD-9432D1729389}" srcOrd="1" destOrd="0" presId="urn:microsoft.com/office/officeart/2008/layout/HorizontalMultiLevelHierarchy"/>
    <dgm:cxn modelId="{9DB80483-7C91-4387-8313-3545DD9BA841}" type="presParOf" srcId="{196F8FF8-A6E9-41C5-B1FD-9432D1729389}" destId="{D19314CE-EC74-4E80-AEB6-1EA948E3B956}" srcOrd="0" destOrd="0" presId="urn:microsoft.com/office/officeart/2008/layout/HorizontalMultiLevelHierarchy"/>
    <dgm:cxn modelId="{1690A124-DD57-4B78-8104-0FE1412B1575}" type="presParOf" srcId="{D19314CE-EC74-4E80-AEB6-1EA948E3B956}" destId="{C5A88CD5-F5C8-49CD-B800-47E5EF6DA8D9}" srcOrd="0" destOrd="0" presId="urn:microsoft.com/office/officeart/2008/layout/HorizontalMultiLevelHierarchy"/>
    <dgm:cxn modelId="{B2E0CB35-4658-46E4-BEA7-AFD10CAEABFA}" type="presParOf" srcId="{196F8FF8-A6E9-41C5-B1FD-9432D1729389}" destId="{EF97EC12-6693-49EA-ACC3-BD30262900CD}" srcOrd="1" destOrd="0" presId="urn:microsoft.com/office/officeart/2008/layout/HorizontalMultiLevelHierarchy"/>
    <dgm:cxn modelId="{6B2DD184-5A42-4009-9A31-3A9C48631349}" type="presParOf" srcId="{EF97EC12-6693-49EA-ACC3-BD30262900CD}" destId="{437A5718-08C9-4C97-82D0-6A6DD6769CE4}" srcOrd="0" destOrd="0" presId="urn:microsoft.com/office/officeart/2008/layout/HorizontalMultiLevelHierarchy"/>
    <dgm:cxn modelId="{EEDD382A-CA95-4665-A921-4D2E4C461567}" type="presParOf" srcId="{EF97EC12-6693-49EA-ACC3-BD30262900CD}" destId="{D9F26A68-3BCB-4F6C-A670-9B1C6E9F7FC1}" srcOrd="1" destOrd="0" presId="urn:microsoft.com/office/officeart/2008/layout/HorizontalMultiLevelHierarchy"/>
    <dgm:cxn modelId="{4EAFA535-9E99-418B-A540-6D3312ADFBDE}" type="presParOf" srcId="{D9F26A68-3BCB-4F6C-A670-9B1C6E9F7FC1}" destId="{4857C23F-0C71-42B8-866F-B72DA005AE07}" srcOrd="0" destOrd="0" presId="urn:microsoft.com/office/officeart/2008/layout/HorizontalMultiLevelHierarchy"/>
    <dgm:cxn modelId="{74938BBB-A801-40BA-B697-D44523C35B6E}" type="presParOf" srcId="{4857C23F-0C71-42B8-866F-B72DA005AE07}" destId="{4DF59A33-7FCA-45EA-B0FD-AF3905F95266}" srcOrd="0" destOrd="0" presId="urn:microsoft.com/office/officeart/2008/layout/HorizontalMultiLevelHierarchy"/>
    <dgm:cxn modelId="{6BAAD194-8C5C-4986-801A-56D8A276494D}" type="presParOf" srcId="{D9F26A68-3BCB-4F6C-A670-9B1C6E9F7FC1}" destId="{62CE880E-2861-40D4-A0A6-56E060833AAF}" srcOrd="1" destOrd="0" presId="urn:microsoft.com/office/officeart/2008/layout/HorizontalMultiLevelHierarchy"/>
    <dgm:cxn modelId="{5F244F6E-43DD-441A-9419-3DB544A66304}" type="presParOf" srcId="{62CE880E-2861-40D4-A0A6-56E060833AAF}" destId="{4CC7EA05-126A-4FD8-BCAA-17D166F61DFB}" srcOrd="0" destOrd="0" presId="urn:microsoft.com/office/officeart/2008/layout/HorizontalMultiLevelHierarchy"/>
    <dgm:cxn modelId="{DBB36B61-AB6C-478E-80AF-DE292B24ED79}" type="presParOf" srcId="{62CE880E-2861-40D4-A0A6-56E060833AAF}" destId="{89ED8573-ED06-4535-859C-E6F277E0B0B4}" srcOrd="1" destOrd="0" presId="urn:microsoft.com/office/officeart/2008/layout/HorizontalMultiLevelHierarchy"/>
    <dgm:cxn modelId="{0638617C-B226-462E-99B1-981481896128}" type="presParOf" srcId="{D9F26A68-3BCB-4F6C-A670-9B1C6E9F7FC1}" destId="{7351CF48-267C-4FBA-8443-3FBDB4303CE2}" srcOrd="2" destOrd="0" presId="urn:microsoft.com/office/officeart/2008/layout/HorizontalMultiLevelHierarchy"/>
    <dgm:cxn modelId="{9726212B-348C-4E2E-B388-E7F8C4FA341F}" type="presParOf" srcId="{7351CF48-267C-4FBA-8443-3FBDB4303CE2}" destId="{D07A4619-A2D9-4FFF-B9F3-31E946CCCD2C}" srcOrd="0" destOrd="0" presId="urn:microsoft.com/office/officeart/2008/layout/HorizontalMultiLevelHierarchy"/>
    <dgm:cxn modelId="{E4D126CF-52EE-4254-BE25-486C97904525}" type="presParOf" srcId="{D9F26A68-3BCB-4F6C-A670-9B1C6E9F7FC1}" destId="{D0E74505-1966-4E1F-99D8-1DB22CBCA6FB}" srcOrd="3" destOrd="0" presId="urn:microsoft.com/office/officeart/2008/layout/HorizontalMultiLevelHierarchy"/>
    <dgm:cxn modelId="{AF56BADE-6130-44FF-BA5A-41F1C92BC72B}" type="presParOf" srcId="{D0E74505-1966-4E1F-99D8-1DB22CBCA6FB}" destId="{9C55818A-8A3D-4350-9584-428AFB956924}" srcOrd="0" destOrd="0" presId="urn:microsoft.com/office/officeart/2008/layout/HorizontalMultiLevelHierarchy"/>
    <dgm:cxn modelId="{8CB85193-5761-4B0F-BD50-0145476B2CB7}" type="presParOf" srcId="{D0E74505-1966-4E1F-99D8-1DB22CBCA6FB}" destId="{D79EE5CC-E432-44D3-9D60-457495B6D047}" srcOrd="1" destOrd="0" presId="urn:microsoft.com/office/officeart/2008/layout/HorizontalMultiLevelHierarchy"/>
    <dgm:cxn modelId="{BF63761C-C143-481A-9488-43B6B1B193A2}" type="presParOf" srcId="{D9F26A68-3BCB-4F6C-A670-9B1C6E9F7FC1}" destId="{36B6A7FD-97B8-400F-AA8B-52DB8EEE9901}" srcOrd="4" destOrd="0" presId="urn:microsoft.com/office/officeart/2008/layout/HorizontalMultiLevelHierarchy"/>
    <dgm:cxn modelId="{F11D68A6-262A-4DD1-8B5C-E530288C7B03}" type="presParOf" srcId="{36B6A7FD-97B8-400F-AA8B-52DB8EEE9901}" destId="{FC227643-4D58-4247-A660-E042EE73766A}" srcOrd="0" destOrd="0" presId="urn:microsoft.com/office/officeart/2008/layout/HorizontalMultiLevelHierarchy"/>
    <dgm:cxn modelId="{7FE5C4DC-9334-463D-8576-75430DA93DD1}" type="presParOf" srcId="{D9F26A68-3BCB-4F6C-A670-9B1C6E9F7FC1}" destId="{AF62BD68-C3CA-46DE-BC9E-1E39B8980401}" srcOrd="5" destOrd="0" presId="urn:microsoft.com/office/officeart/2008/layout/HorizontalMultiLevelHierarchy"/>
    <dgm:cxn modelId="{C682C368-F15D-4691-A142-4A9DD51DEEA8}" type="presParOf" srcId="{AF62BD68-C3CA-46DE-BC9E-1E39B8980401}" destId="{E2675EC5-FAFA-4ACF-84B4-81F59AAB0E15}" srcOrd="0" destOrd="0" presId="urn:microsoft.com/office/officeart/2008/layout/HorizontalMultiLevelHierarchy"/>
    <dgm:cxn modelId="{38AF16C5-2C1B-45F3-B21B-B39AB71726C2}" type="presParOf" srcId="{AF62BD68-C3CA-46DE-BC9E-1E39B8980401}" destId="{B9EFCA78-1D87-4720-8E4F-FF0DAD4B75E5}" srcOrd="1" destOrd="0" presId="urn:microsoft.com/office/officeart/2008/layout/HorizontalMultiLevelHierarchy"/>
    <dgm:cxn modelId="{89A8D7C3-892C-48C6-A755-774912D0CA04}" type="presParOf" srcId="{196F8FF8-A6E9-41C5-B1FD-9432D1729389}" destId="{A003BD85-1F9B-40BC-8E2B-7D3461BB2E48}" srcOrd="2" destOrd="0" presId="urn:microsoft.com/office/officeart/2008/layout/HorizontalMultiLevelHierarchy"/>
    <dgm:cxn modelId="{B1E2B405-EBE0-4F1D-8303-A4D7C8EC14EE}" type="presParOf" srcId="{A003BD85-1F9B-40BC-8E2B-7D3461BB2E48}" destId="{161B50C2-F834-4994-BA67-BD44F7599235}" srcOrd="0" destOrd="0" presId="urn:microsoft.com/office/officeart/2008/layout/HorizontalMultiLevelHierarchy"/>
    <dgm:cxn modelId="{8B903D07-8836-4A2D-8F83-E7EF19ED2A88}" type="presParOf" srcId="{196F8FF8-A6E9-41C5-B1FD-9432D1729389}" destId="{77FBC56C-DD9B-49FE-935C-FD83A3515D66}" srcOrd="3" destOrd="0" presId="urn:microsoft.com/office/officeart/2008/layout/HorizontalMultiLevelHierarchy"/>
    <dgm:cxn modelId="{05A71DD6-87EE-4706-9850-AEC9DC3DCD0A}" type="presParOf" srcId="{77FBC56C-DD9B-49FE-935C-FD83A3515D66}" destId="{65698FE5-8AB4-4832-9F46-6242BBC9877B}" srcOrd="0" destOrd="0" presId="urn:microsoft.com/office/officeart/2008/layout/HorizontalMultiLevelHierarchy"/>
    <dgm:cxn modelId="{EB42DED3-1A74-47EA-91C7-7A93B7DEFC2C}" type="presParOf" srcId="{77FBC56C-DD9B-49FE-935C-FD83A3515D66}" destId="{C0953AA8-D774-4DC3-9712-725B4735BFA0}" srcOrd="1" destOrd="0" presId="urn:microsoft.com/office/officeart/2008/layout/HorizontalMultiLevelHierarchy"/>
    <dgm:cxn modelId="{9C9957B6-BC83-4784-95BC-1C7352CD08D6}" type="presParOf" srcId="{C0953AA8-D774-4DC3-9712-725B4735BFA0}" destId="{F1227C0E-6855-47C9-90A9-77C4AB085A42}" srcOrd="0" destOrd="0" presId="urn:microsoft.com/office/officeart/2008/layout/HorizontalMultiLevelHierarchy"/>
    <dgm:cxn modelId="{193655B4-ACF3-48B2-9CFF-A54B1374F676}" type="presParOf" srcId="{F1227C0E-6855-47C9-90A9-77C4AB085A42}" destId="{034048E3-FD14-4507-84CA-163A3D16C01F}" srcOrd="0" destOrd="0" presId="urn:microsoft.com/office/officeart/2008/layout/HorizontalMultiLevelHierarchy"/>
    <dgm:cxn modelId="{2FE37A7F-2522-4A1E-8AED-7249FFF3BCB2}" type="presParOf" srcId="{C0953AA8-D774-4DC3-9712-725B4735BFA0}" destId="{6BD72357-9AA0-4EB2-9B64-6B218D6432A3}" srcOrd="1" destOrd="0" presId="urn:microsoft.com/office/officeart/2008/layout/HorizontalMultiLevelHierarchy"/>
    <dgm:cxn modelId="{AA2CD787-C0C3-4A1C-9026-1A1A25BA4494}" type="presParOf" srcId="{6BD72357-9AA0-4EB2-9B64-6B218D6432A3}" destId="{46DA6F65-8B5D-4B21-A6C9-05C0BF939F3D}" srcOrd="0" destOrd="0" presId="urn:microsoft.com/office/officeart/2008/layout/HorizontalMultiLevelHierarchy"/>
    <dgm:cxn modelId="{269FE7C1-EC2A-4502-A6EE-C059DDA914FA}" type="presParOf" srcId="{6BD72357-9AA0-4EB2-9B64-6B218D6432A3}" destId="{BDD01335-AAFF-4C25-986D-190A7E7010E2}" srcOrd="1" destOrd="0" presId="urn:microsoft.com/office/officeart/2008/layout/HorizontalMultiLevelHierarchy"/>
    <dgm:cxn modelId="{F5A23A16-5717-483F-A9C2-F325A12008E6}" type="presParOf" srcId="{C0953AA8-D774-4DC3-9712-725B4735BFA0}" destId="{C2FF0C8F-BECF-479E-894C-17511BAE79F7}" srcOrd="2" destOrd="0" presId="urn:microsoft.com/office/officeart/2008/layout/HorizontalMultiLevelHierarchy"/>
    <dgm:cxn modelId="{6EA63B18-8443-4AFE-860A-944620C7B7E2}" type="presParOf" srcId="{C2FF0C8F-BECF-479E-894C-17511BAE79F7}" destId="{EC88960B-9B18-4CC3-BF12-A5EE67EB5C1C}" srcOrd="0" destOrd="0" presId="urn:microsoft.com/office/officeart/2008/layout/HorizontalMultiLevelHierarchy"/>
    <dgm:cxn modelId="{E5F3B168-618D-4793-B976-7D3F311D3025}" type="presParOf" srcId="{C0953AA8-D774-4DC3-9712-725B4735BFA0}" destId="{5B51E6C4-201E-4922-9CE6-775EC4A6E396}" srcOrd="3" destOrd="0" presId="urn:microsoft.com/office/officeart/2008/layout/HorizontalMultiLevelHierarchy"/>
    <dgm:cxn modelId="{0F27248D-E110-4215-8196-723F39E3C338}" type="presParOf" srcId="{5B51E6C4-201E-4922-9CE6-775EC4A6E396}" destId="{1FF37F0A-342B-4B56-AFFB-0C720B8EB8D2}" srcOrd="0" destOrd="0" presId="urn:microsoft.com/office/officeart/2008/layout/HorizontalMultiLevelHierarchy"/>
    <dgm:cxn modelId="{49E6663E-A0F6-4361-92D0-7552774B79E8}" type="presParOf" srcId="{5B51E6C4-201E-4922-9CE6-775EC4A6E396}" destId="{822EA570-9D34-4AE9-86BA-C48FAAEDA8DD}" srcOrd="1" destOrd="0" presId="urn:microsoft.com/office/officeart/2008/layout/HorizontalMultiLevelHierarchy"/>
    <dgm:cxn modelId="{AB92D647-2B85-477F-90A2-E2A2BCF61940}" type="presParOf" srcId="{196F8FF8-A6E9-41C5-B1FD-9432D1729389}" destId="{D7037ED6-84CD-4497-9CDE-B1B67F0A82B7}" srcOrd="4" destOrd="0" presId="urn:microsoft.com/office/officeart/2008/layout/HorizontalMultiLevelHierarchy"/>
    <dgm:cxn modelId="{5132F360-3255-4E3F-9ABF-8956D1385390}" type="presParOf" srcId="{D7037ED6-84CD-4497-9CDE-B1B67F0A82B7}" destId="{389C57BA-DF7F-46B4-94F2-06E81876DFC4}" srcOrd="0" destOrd="0" presId="urn:microsoft.com/office/officeart/2008/layout/HorizontalMultiLevelHierarchy"/>
    <dgm:cxn modelId="{57C83704-7EA6-40A7-9855-9EDD8074B869}" type="presParOf" srcId="{196F8FF8-A6E9-41C5-B1FD-9432D1729389}" destId="{52F04E6C-F993-425A-AFC1-0AB6D533B3FC}" srcOrd="5" destOrd="0" presId="urn:microsoft.com/office/officeart/2008/layout/HorizontalMultiLevelHierarchy"/>
    <dgm:cxn modelId="{91D10D40-9B49-438A-A85E-DF84664518E8}" type="presParOf" srcId="{52F04E6C-F993-425A-AFC1-0AB6D533B3FC}" destId="{07330C6A-240C-499C-83D7-6363147F9C89}" srcOrd="0" destOrd="0" presId="urn:microsoft.com/office/officeart/2008/layout/HorizontalMultiLevelHierarchy"/>
    <dgm:cxn modelId="{35B85A7C-DD8E-49A8-A91E-BCC6D6711D4D}" type="presParOf" srcId="{52F04E6C-F993-425A-AFC1-0AB6D533B3FC}" destId="{2D10D335-14F3-48C8-A9A5-9074DE5C7226}" srcOrd="1" destOrd="0" presId="urn:microsoft.com/office/officeart/2008/layout/HorizontalMultiLevelHierarchy"/>
    <dgm:cxn modelId="{F85D7B21-D4C4-4A33-AE64-F332666D3912}" type="presParOf" srcId="{2D10D335-14F3-48C8-A9A5-9074DE5C7226}" destId="{868FE651-9618-4798-BDD2-971CDE7E1614}" srcOrd="0" destOrd="0" presId="urn:microsoft.com/office/officeart/2008/layout/HorizontalMultiLevelHierarchy"/>
    <dgm:cxn modelId="{CA2516BF-5352-4C26-8C5F-56A627E9CB0A}" type="presParOf" srcId="{868FE651-9618-4798-BDD2-971CDE7E1614}" destId="{A565D512-44A6-4CC2-AA71-E713E2C6A36C}" srcOrd="0" destOrd="0" presId="urn:microsoft.com/office/officeart/2008/layout/HorizontalMultiLevelHierarchy"/>
    <dgm:cxn modelId="{2DE8D11E-9491-4C52-BDEE-A594CA9B1D19}" type="presParOf" srcId="{2D10D335-14F3-48C8-A9A5-9074DE5C7226}" destId="{0EBE253B-7BF4-4489-A73B-834B6A2CCF10}" srcOrd="1" destOrd="0" presId="urn:microsoft.com/office/officeart/2008/layout/HorizontalMultiLevelHierarchy"/>
    <dgm:cxn modelId="{0B66DBD3-B0BD-47A1-A2FD-FC42D7060EA7}" type="presParOf" srcId="{0EBE253B-7BF4-4489-A73B-834B6A2CCF10}" destId="{74E2466D-FB47-43DE-9506-FA3BB4FD6C22}" srcOrd="0" destOrd="0" presId="urn:microsoft.com/office/officeart/2008/layout/HorizontalMultiLevelHierarchy"/>
    <dgm:cxn modelId="{6B5F6FEF-BB27-4F3A-B64C-1B83A4F78223}" type="presParOf" srcId="{0EBE253B-7BF4-4489-A73B-834B6A2CCF10}" destId="{9ABF8509-9173-473E-87C9-97712E360C4C}" srcOrd="1" destOrd="0" presId="urn:microsoft.com/office/officeart/2008/layout/HorizontalMultiLevelHierarchy"/>
    <dgm:cxn modelId="{FEB52289-0B2B-4343-976F-CAC27DFC367B}" type="presParOf" srcId="{2D10D335-14F3-48C8-A9A5-9074DE5C7226}" destId="{4C580AC6-B042-4587-86BA-8F719FFA7717}" srcOrd="2" destOrd="0" presId="urn:microsoft.com/office/officeart/2008/layout/HorizontalMultiLevelHierarchy"/>
    <dgm:cxn modelId="{C58ADDC0-E847-4F4A-8776-37F78DA0DB92}" type="presParOf" srcId="{4C580AC6-B042-4587-86BA-8F719FFA7717}" destId="{B85D2A0D-55CA-49EA-A4A8-6206D365652C}" srcOrd="0" destOrd="0" presId="urn:microsoft.com/office/officeart/2008/layout/HorizontalMultiLevelHierarchy"/>
    <dgm:cxn modelId="{D6AF79E9-D54C-4757-9D63-7B48A8F81A60}" type="presParOf" srcId="{2D10D335-14F3-48C8-A9A5-9074DE5C7226}" destId="{BAC6639F-30A1-4B04-8D71-C7EAA8DB71B2}" srcOrd="3" destOrd="0" presId="urn:microsoft.com/office/officeart/2008/layout/HorizontalMultiLevelHierarchy"/>
    <dgm:cxn modelId="{F9FAD408-76C9-4F46-AB15-07292C267AFB}" type="presParOf" srcId="{BAC6639F-30A1-4B04-8D71-C7EAA8DB71B2}" destId="{EA7AEA68-61C2-4699-B5BA-C67162FA7EEA}" srcOrd="0" destOrd="0" presId="urn:microsoft.com/office/officeart/2008/layout/HorizontalMultiLevelHierarchy"/>
    <dgm:cxn modelId="{49D4E136-9DCF-4CA1-A307-1B229593619C}" type="presParOf" srcId="{BAC6639F-30A1-4B04-8D71-C7EAA8DB71B2}" destId="{B9BA8A07-6907-4A19-9CA5-826C701A6206}" srcOrd="1" destOrd="0" presId="urn:microsoft.com/office/officeart/2008/layout/HorizontalMultiLevelHierarchy"/>
    <dgm:cxn modelId="{670D85FE-0E8A-4F08-8F7E-B3EE0B5FCB0C}" type="presParOf" srcId="{196F8FF8-A6E9-41C5-B1FD-9432D1729389}" destId="{6585AC47-3E32-4474-8CF8-77A218F7CC63}" srcOrd="6" destOrd="0" presId="urn:microsoft.com/office/officeart/2008/layout/HorizontalMultiLevelHierarchy"/>
    <dgm:cxn modelId="{8031FB17-D5A8-4C07-92D6-0667E9F8540A}" type="presParOf" srcId="{6585AC47-3E32-4474-8CF8-77A218F7CC63}" destId="{BA862D95-679A-42A4-899A-12916D25CE0D}" srcOrd="0" destOrd="0" presId="urn:microsoft.com/office/officeart/2008/layout/HorizontalMultiLevelHierarchy"/>
    <dgm:cxn modelId="{1ED94F73-3964-4578-B79C-95180900AB68}" type="presParOf" srcId="{196F8FF8-A6E9-41C5-B1FD-9432D1729389}" destId="{F7B01A93-0CB0-4927-AA2D-65E6DC6977ED}" srcOrd="7" destOrd="0" presId="urn:microsoft.com/office/officeart/2008/layout/HorizontalMultiLevelHierarchy"/>
    <dgm:cxn modelId="{86C45350-EF21-4700-A308-F70E7B536E06}" type="presParOf" srcId="{F7B01A93-0CB0-4927-AA2D-65E6DC6977ED}" destId="{CD896BCE-2640-4F7F-94EC-6A194D035977}" srcOrd="0" destOrd="0" presId="urn:microsoft.com/office/officeart/2008/layout/HorizontalMultiLevelHierarchy"/>
    <dgm:cxn modelId="{91A76038-DD44-4559-BC10-61690FC75BE8}" type="presParOf" srcId="{F7B01A93-0CB0-4927-AA2D-65E6DC6977ED}" destId="{53D56F63-35FB-495B-8EB6-A7F69C7BFAF9}" srcOrd="1" destOrd="0" presId="urn:microsoft.com/office/officeart/2008/layout/HorizontalMultiLevelHierarchy"/>
    <dgm:cxn modelId="{21C6B963-E027-4634-BAE1-3D13FB7AD1E0}" type="presParOf" srcId="{53D56F63-35FB-495B-8EB6-A7F69C7BFAF9}" destId="{270B92F7-5ABA-4682-BA05-7C8B70231CEF}" srcOrd="0" destOrd="0" presId="urn:microsoft.com/office/officeart/2008/layout/HorizontalMultiLevelHierarchy"/>
    <dgm:cxn modelId="{B1A3093F-F890-4578-A113-9706192E83EE}" type="presParOf" srcId="{270B92F7-5ABA-4682-BA05-7C8B70231CEF}" destId="{BF350206-2DD3-4858-9641-5588CDA3BB28}" srcOrd="0" destOrd="0" presId="urn:microsoft.com/office/officeart/2008/layout/HorizontalMultiLevelHierarchy"/>
    <dgm:cxn modelId="{2EC1733A-C4DB-4AD3-9217-5A5A16406B20}" type="presParOf" srcId="{53D56F63-35FB-495B-8EB6-A7F69C7BFAF9}" destId="{FB8225B8-0A0F-400E-A1A3-CF426665E704}" srcOrd="1" destOrd="0" presId="urn:microsoft.com/office/officeart/2008/layout/HorizontalMultiLevelHierarchy"/>
    <dgm:cxn modelId="{13C41EED-8C9A-47B5-BF37-3BF91BBAC546}" type="presParOf" srcId="{FB8225B8-0A0F-400E-A1A3-CF426665E704}" destId="{EC0DF2AA-824A-4384-830E-CD482ED3F850}" srcOrd="0" destOrd="0" presId="urn:microsoft.com/office/officeart/2008/layout/HorizontalMultiLevelHierarchy"/>
    <dgm:cxn modelId="{BA162E63-424F-449C-B11C-A86CF0E6CB9D}" type="presParOf" srcId="{FB8225B8-0A0F-400E-A1A3-CF426665E704}" destId="{D28D20D1-5AA8-4566-9612-28F6FBCDBB10}" srcOrd="1" destOrd="0" presId="urn:microsoft.com/office/officeart/2008/layout/HorizontalMultiLevelHierarchy"/>
    <dgm:cxn modelId="{FD45F776-F59D-413E-B588-6440E1FB228D}" type="presParOf" srcId="{53D56F63-35FB-495B-8EB6-A7F69C7BFAF9}" destId="{62D0208F-7746-45BF-BED5-DA8E01E8F3ED}" srcOrd="2" destOrd="0" presId="urn:microsoft.com/office/officeart/2008/layout/HorizontalMultiLevelHierarchy"/>
    <dgm:cxn modelId="{40A8A183-CC96-4905-8544-0DF153DC6BC4}" type="presParOf" srcId="{62D0208F-7746-45BF-BED5-DA8E01E8F3ED}" destId="{BD219830-2EF7-4BBF-B567-83500D4B3912}" srcOrd="0" destOrd="0" presId="urn:microsoft.com/office/officeart/2008/layout/HorizontalMultiLevelHierarchy"/>
    <dgm:cxn modelId="{F4C2C6A6-2B83-498E-9126-2519C1664FDE}" type="presParOf" srcId="{53D56F63-35FB-495B-8EB6-A7F69C7BFAF9}" destId="{1A8F2A07-12FA-4F02-B8A6-EA701B8B1ADB}" srcOrd="3" destOrd="0" presId="urn:microsoft.com/office/officeart/2008/layout/HorizontalMultiLevelHierarchy"/>
    <dgm:cxn modelId="{3F630267-4977-4EFC-BB0F-2F754DA34AB6}" type="presParOf" srcId="{1A8F2A07-12FA-4F02-B8A6-EA701B8B1ADB}" destId="{9FD5A9F4-E01A-4827-9A44-478237D63CB3}" srcOrd="0" destOrd="0" presId="urn:microsoft.com/office/officeart/2008/layout/HorizontalMultiLevelHierarchy"/>
    <dgm:cxn modelId="{045979A3-5E09-4619-8D29-5D2D4EA2AD1B}" type="presParOf" srcId="{1A8F2A07-12FA-4F02-B8A6-EA701B8B1ADB}" destId="{C25DCB1C-2A02-42B7-A188-5EA4EB61F059}" srcOrd="1" destOrd="0" presId="urn:microsoft.com/office/officeart/2008/layout/HorizontalMultiLevelHierarchy"/>
    <dgm:cxn modelId="{1478AE9F-2FBD-47DF-9F47-490E06CA772E}" type="presParOf" srcId="{53D56F63-35FB-495B-8EB6-A7F69C7BFAF9}" destId="{A3ED6898-019C-429A-9B63-A6AF34C24949}" srcOrd="4" destOrd="0" presId="urn:microsoft.com/office/officeart/2008/layout/HorizontalMultiLevelHierarchy"/>
    <dgm:cxn modelId="{674E7476-272D-46B6-A4A2-B7C7AC4B7E45}" type="presParOf" srcId="{A3ED6898-019C-429A-9B63-A6AF34C24949}" destId="{6E067589-16DE-4F4A-9EFB-F83C88E57841}" srcOrd="0" destOrd="0" presId="urn:microsoft.com/office/officeart/2008/layout/HorizontalMultiLevelHierarchy"/>
    <dgm:cxn modelId="{D1CA52D5-3775-48F4-99E6-4BA7CDCB5738}" type="presParOf" srcId="{53D56F63-35FB-495B-8EB6-A7F69C7BFAF9}" destId="{7B928265-4D1A-40CC-AF65-3EDD870E791E}" srcOrd="5" destOrd="0" presId="urn:microsoft.com/office/officeart/2008/layout/HorizontalMultiLevelHierarchy"/>
    <dgm:cxn modelId="{9230DA14-F66C-4692-AFF3-0696E29B7591}" type="presParOf" srcId="{7B928265-4D1A-40CC-AF65-3EDD870E791E}" destId="{9DEC16C1-83D1-4653-8DB1-A64C479C2657}" srcOrd="0" destOrd="0" presId="urn:microsoft.com/office/officeart/2008/layout/HorizontalMultiLevelHierarchy"/>
    <dgm:cxn modelId="{05968317-5600-4D53-9973-677FDA5E2397}" type="presParOf" srcId="{7B928265-4D1A-40CC-AF65-3EDD870E791E}" destId="{C0504495-6243-42BB-A4C5-A18B38FD483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650F0E-CD42-40C9-8FB4-7E844BB19175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F89B59A-207A-4458-8347-4A8DABF94AAA}">
      <dgm:prSet/>
      <dgm:spPr/>
      <dgm:t>
        <a:bodyPr/>
        <a:lstStyle/>
        <a:p>
          <a:r>
            <a:rPr lang="en-US">
              <a:latin typeface="Montserrat" panose="00000500000000000000" pitchFamily="2" charset="0"/>
            </a:rPr>
            <a:t>Affects </a:t>
          </a:r>
          <a:r>
            <a:rPr lang="en-US" b="1">
              <a:latin typeface="Montserrat" panose="00000500000000000000" pitchFamily="2" charset="0"/>
            </a:rPr>
            <a:t>data modeling</a:t>
          </a:r>
          <a:r>
            <a:rPr lang="en-US">
              <a:latin typeface="Montserrat" panose="00000500000000000000" pitchFamily="2" charset="0"/>
            </a:rPr>
            <a:t> and </a:t>
          </a:r>
          <a:r>
            <a:rPr lang="en-US" b="1">
              <a:latin typeface="Montserrat" panose="00000500000000000000" pitchFamily="2" charset="0"/>
            </a:rPr>
            <a:t>query performance</a:t>
          </a:r>
          <a:r>
            <a:rPr lang="en-US">
              <a:latin typeface="Montserrat" panose="00000500000000000000" pitchFamily="2" charset="0"/>
            </a:rPr>
            <a:t>.</a:t>
          </a:r>
        </a:p>
      </dgm:t>
    </dgm:pt>
    <dgm:pt modelId="{D5E897B4-9292-4A51-A333-B16BB9D4BE25}" type="parTrans" cxnId="{20704032-E3D3-495C-B45F-5F4A7BD74230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26E16BF0-FCA2-47B1-83AA-93DBB647A2D4}" type="sibTrans" cxnId="{20704032-E3D3-495C-B45F-5F4A7BD74230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D907659B-02D3-4044-A6F1-A0ED16675E43}">
      <dgm:prSet/>
      <dgm:spPr/>
      <dgm:t>
        <a:bodyPr/>
        <a:lstStyle/>
        <a:p>
          <a:r>
            <a:rPr lang="en-US">
              <a:latin typeface="Montserrat" panose="00000500000000000000" pitchFamily="2" charset="0"/>
            </a:rPr>
            <a:t>Determines </a:t>
          </a:r>
          <a:r>
            <a:rPr lang="en-US" b="1">
              <a:latin typeface="Montserrat" panose="00000500000000000000" pitchFamily="2" charset="0"/>
            </a:rPr>
            <a:t>filter propagation</a:t>
          </a:r>
          <a:r>
            <a:rPr lang="en-US">
              <a:latin typeface="Montserrat" panose="00000500000000000000" pitchFamily="2" charset="0"/>
            </a:rPr>
            <a:t> in relationships.</a:t>
          </a:r>
        </a:p>
      </dgm:t>
    </dgm:pt>
    <dgm:pt modelId="{83B6841C-7A79-4102-A64A-DA845E2138EA}" type="parTrans" cxnId="{43A5FCCE-BE10-48A8-AE7B-F5EAE83A6D66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10681371-C4D3-4F77-8301-101993805D1C}" type="sibTrans" cxnId="{43A5FCCE-BE10-48A8-AE7B-F5EAE83A6D66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0081F4DD-150B-4FFB-8A3D-DA1557AB1E6F}">
      <dgm:prSet/>
      <dgm:spPr/>
      <dgm:t>
        <a:bodyPr/>
        <a:lstStyle/>
        <a:p>
          <a:r>
            <a:rPr lang="en-US" dirty="0">
              <a:latin typeface="Montserrat" panose="00000500000000000000" pitchFamily="2" charset="0"/>
            </a:rPr>
            <a:t>Impacts how aggregations and measures behave.</a:t>
          </a:r>
        </a:p>
      </dgm:t>
    </dgm:pt>
    <dgm:pt modelId="{54466D79-FB49-4747-81AD-44E5BF1712F3}" type="parTrans" cxnId="{0134260C-DA1B-4F19-B1A0-29091ACE3DE0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26047A58-5772-4096-A9C5-346FF03EB843}" type="sibTrans" cxnId="{0134260C-DA1B-4F19-B1A0-29091ACE3DE0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9955CFBC-B595-4424-924D-FFAE737298DE}" type="pres">
      <dgm:prSet presAssocID="{28650F0E-CD42-40C9-8FB4-7E844BB1917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B1449B-E6E7-439E-95FD-E063158E2BA7}" type="pres">
      <dgm:prSet presAssocID="{CF89B59A-207A-4458-8347-4A8DABF94AAA}" presName="root" presStyleCnt="0"/>
      <dgm:spPr/>
    </dgm:pt>
    <dgm:pt modelId="{6F53ABEC-D289-4440-BC76-48BDDDFAD155}" type="pres">
      <dgm:prSet presAssocID="{CF89B59A-207A-4458-8347-4A8DABF94AAA}" presName="rootComposite" presStyleCnt="0"/>
      <dgm:spPr/>
    </dgm:pt>
    <dgm:pt modelId="{C453688B-BBA3-48C6-B5E1-B6D2128D627E}" type="pres">
      <dgm:prSet presAssocID="{CF89B59A-207A-4458-8347-4A8DABF94AAA}" presName="rootText" presStyleLbl="node1" presStyleIdx="0" presStyleCnt="3"/>
      <dgm:spPr/>
    </dgm:pt>
    <dgm:pt modelId="{E3B75889-744A-4AF1-AD60-8DBFA620FCF4}" type="pres">
      <dgm:prSet presAssocID="{CF89B59A-207A-4458-8347-4A8DABF94AAA}" presName="rootConnector" presStyleLbl="node1" presStyleIdx="0" presStyleCnt="3"/>
      <dgm:spPr/>
    </dgm:pt>
    <dgm:pt modelId="{68676677-CBAF-4C50-ACA9-330A087E9BC9}" type="pres">
      <dgm:prSet presAssocID="{CF89B59A-207A-4458-8347-4A8DABF94AAA}" presName="childShape" presStyleCnt="0"/>
      <dgm:spPr/>
    </dgm:pt>
    <dgm:pt modelId="{D3B8B5CD-3128-4199-9C54-9482B51C6118}" type="pres">
      <dgm:prSet presAssocID="{D907659B-02D3-4044-A6F1-A0ED16675E43}" presName="root" presStyleCnt="0"/>
      <dgm:spPr/>
    </dgm:pt>
    <dgm:pt modelId="{B508D05C-1B24-4854-A531-F4E568AE052E}" type="pres">
      <dgm:prSet presAssocID="{D907659B-02D3-4044-A6F1-A0ED16675E43}" presName="rootComposite" presStyleCnt="0"/>
      <dgm:spPr/>
    </dgm:pt>
    <dgm:pt modelId="{EA9AE08C-4EAF-41C3-8548-30B073C1ABEC}" type="pres">
      <dgm:prSet presAssocID="{D907659B-02D3-4044-A6F1-A0ED16675E43}" presName="rootText" presStyleLbl="node1" presStyleIdx="1" presStyleCnt="3"/>
      <dgm:spPr/>
    </dgm:pt>
    <dgm:pt modelId="{93EE618B-0BF9-460F-8549-B88F27ECFA5B}" type="pres">
      <dgm:prSet presAssocID="{D907659B-02D3-4044-A6F1-A0ED16675E43}" presName="rootConnector" presStyleLbl="node1" presStyleIdx="1" presStyleCnt="3"/>
      <dgm:spPr/>
    </dgm:pt>
    <dgm:pt modelId="{BB1E87B7-A2B4-4175-A9AC-EC2DB6BEE70F}" type="pres">
      <dgm:prSet presAssocID="{D907659B-02D3-4044-A6F1-A0ED16675E43}" presName="childShape" presStyleCnt="0"/>
      <dgm:spPr/>
    </dgm:pt>
    <dgm:pt modelId="{C088EAF8-2184-4DA4-B3B3-D11F2AB85FB5}" type="pres">
      <dgm:prSet presAssocID="{0081F4DD-150B-4FFB-8A3D-DA1557AB1E6F}" presName="root" presStyleCnt="0"/>
      <dgm:spPr/>
    </dgm:pt>
    <dgm:pt modelId="{0F93D167-7EB1-4F03-BD52-66E655F8CF33}" type="pres">
      <dgm:prSet presAssocID="{0081F4DD-150B-4FFB-8A3D-DA1557AB1E6F}" presName="rootComposite" presStyleCnt="0"/>
      <dgm:spPr/>
    </dgm:pt>
    <dgm:pt modelId="{B4418FD9-743D-49FC-A43F-E57D92B8F728}" type="pres">
      <dgm:prSet presAssocID="{0081F4DD-150B-4FFB-8A3D-DA1557AB1E6F}" presName="rootText" presStyleLbl="node1" presStyleIdx="2" presStyleCnt="3"/>
      <dgm:spPr/>
    </dgm:pt>
    <dgm:pt modelId="{32694312-0DDC-4054-B037-8035BF85BDA1}" type="pres">
      <dgm:prSet presAssocID="{0081F4DD-150B-4FFB-8A3D-DA1557AB1E6F}" presName="rootConnector" presStyleLbl="node1" presStyleIdx="2" presStyleCnt="3"/>
      <dgm:spPr/>
    </dgm:pt>
    <dgm:pt modelId="{F9783ABF-7E7F-44DE-BEC1-ADFBECC7A7A3}" type="pres">
      <dgm:prSet presAssocID="{0081F4DD-150B-4FFB-8A3D-DA1557AB1E6F}" presName="childShape" presStyleCnt="0"/>
      <dgm:spPr/>
    </dgm:pt>
  </dgm:ptLst>
  <dgm:cxnLst>
    <dgm:cxn modelId="{0134260C-DA1B-4F19-B1A0-29091ACE3DE0}" srcId="{28650F0E-CD42-40C9-8FB4-7E844BB19175}" destId="{0081F4DD-150B-4FFB-8A3D-DA1557AB1E6F}" srcOrd="2" destOrd="0" parTransId="{54466D79-FB49-4747-81AD-44E5BF1712F3}" sibTransId="{26047A58-5772-4096-A9C5-346FF03EB843}"/>
    <dgm:cxn modelId="{20704032-E3D3-495C-B45F-5F4A7BD74230}" srcId="{28650F0E-CD42-40C9-8FB4-7E844BB19175}" destId="{CF89B59A-207A-4458-8347-4A8DABF94AAA}" srcOrd="0" destOrd="0" parTransId="{D5E897B4-9292-4A51-A333-B16BB9D4BE25}" sibTransId="{26E16BF0-FCA2-47B1-83AA-93DBB647A2D4}"/>
    <dgm:cxn modelId="{61C05D6F-A3B2-4F3F-9AB2-61029D44D61D}" type="presOf" srcId="{0081F4DD-150B-4FFB-8A3D-DA1557AB1E6F}" destId="{32694312-0DDC-4054-B037-8035BF85BDA1}" srcOrd="1" destOrd="0" presId="urn:microsoft.com/office/officeart/2005/8/layout/hierarchy3"/>
    <dgm:cxn modelId="{16224158-FC24-4282-816F-2C95E40E4A0E}" type="presOf" srcId="{28650F0E-CD42-40C9-8FB4-7E844BB19175}" destId="{9955CFBC-B595-4424-924D-FFAE737298DE}" srcOrd="0" destOrd="0" presId="urn:microsoft.com/office/officeart/2005/8/layout/hierarchy3"/>
    <dgm:cxn modelId="{23CD427E-9D26-4ECB-B6BA-D2196F786486}" type="presOf" srcId="{0081F4DD-150B-4FFB-8A3D-DA1557AB1E6F}" destId="{B4418FD9-743D-49FC-A43F-E57D92B8F728}" srcOrd="0" destOrd="0" presId="urn:microsoft.com/office/officeart/2005/8/layout/hierarchy3"/>
    <dgm:cxn modelId="{130DF183-5DEA-43B0-9ACA-675F12F2A538}" type="presOf" srcId="{CF89B59A-207A-4458-8347-4A8DABF94AAA}" destId="{E3B75889-744A-4AF1-AD60-8DBFA620FCF4}" srcOrd="1" destOrd="0" presId="urn:microsoft.com/office/officeart/2005/8/layout/hierarchy3"/>
    <dgm:cxn modelId="{AD6A7E8B-01DE-4C5A-8DF7-61859C115242}" type="presOf" srcId="{D907659B-02D3-4044-A6F1-A0ED16675E43}" destId="{93EE618B-0BF9-460F-8549-B88F27ECFA5B}" srcOrd="1" destOrd="0" presId="urn:microsoft.com/office/officeart/2005/8/layout/hierarchy3"/>
    <dgm:cxn modelId="{3C63EA9B-51E1-41E2-8A42-43B6826A7F78}" type="presOf" srcId="{D907659B-02D3-4044-A6F1-A0ED16675E43}" destId="{EA9AE08C-4EAF-41C3-8548-30B073C1ABEC}" srcOrd="0" destOrd="0" presId="urn:microsoft.com/office/officeart/2005/8/layout/hierarchy3"/>
    <dgm:cxn modelId="{43A5FCCE-BE10-48A8-AE7B-F5EAE83A6D66}" srcId="{28650F0E-CD42-40C9-8FB4-7E844BB19175}" destId="{D907659B-02D3-4044-A6F1-A0ED16675E43}" srcOrd="1" destOrd="0" parTransId="{83B6841C-7A79-4102-A64A-DA845E2138EA}" sibTransId="{10681371-C4D3-4F77-8301-101993805D1C}"/>
    <dgm:cxn modelId="{D4FCAAE3-57D8-4D5C-B89C-65F25F17AAD4}" type="presOf" srcId="{CF89B59A-207A-4458-8347-4A8DABF94AAA}" destId="{C453688B-BBA3-48C6-B5E1-B6D2128D627E}" srcOrd="0" destOrd="0" presId="urn:microsoft.com/office/officeart/2005/8/layout/hierarchy3"/>
    <dgm:cxn modelId="{09BBFAC6-ED41-4F57-BEE9-5C68BF42040D}" type="presParOf" srcId="{9955CFBC-B595-4424-924D-FFAE737298DE}" destId="{B4B1449B-E6E7-439E-95FD-E063158E2BA7}" srcOrd="0" destOrd="0" presId="urn:microsoft.com/office/officeart/2005/8/layout/hierarchy3"/>
    <dgm:cxn modelId="{B014357E-392A-47BC-B4F3-8F00EFA8D27E}" type="presParOf" srcId="{B4B1449B-E6E7-439E-95FD-E063158E2BA7}" destId="{6F53ABEC-D289-4440-BC76-48BDDDFAD155}" srcOrd="0" destOrd="0" presId="urn:microsoft.com/office/officeart/2005/8/layout/hierarchy3"/>
    <dgm:cxn modelId="{A3A4B10B-5743-4BA5-9E0E-88D64B535C0B}" type="presParOf" srcId="{6F53ABEC-D289-4440-BC76-48BDDDFAD155}" destId="{C453688B-BBA3-48C6-B5E1-B6D2128D627E}" srcOrd="0" destOrd="0" presId="urn:microsoft.com/office/officeart/2005/8/layout/hierarchy3"/>
    <dgm:cxn modelId="{11DA6B13-4F22-48D1-8547-DE6164FB39C9}" type="presParOf" srcId="{6F53ABEC-D289-4440-BC76-48BDDDFAD155}" destId="{E3B75889-744A-4AF1-AD60-8DBFA620FCF4}" srcOrd="1" destOrd="0" presId="urn:microsoft.com/office/officeart/2005/8/layout/hierarchy3"/>
    <dgm:cxn modelId="{3FEBC2CB-811E-42A7-B0AE-130295E59502}" type="presParOf" srcId="{B4B1449B-E6E7-439E-95FD-E063158E2BA7}" destId="{68676677-CBAF-4C50-ACA9-330A087E9BC9}" srcOrd="1" destOrd="0" presId="urn:microsoft.com/office/officeart/2005/8/layout/hierarchy3"/>
    <dgm:cxn modelId="{A5BD267F-B2B8-4F55-985E-DB0D60EBCC4E}" type="presParOf" srcId="{9955CFBC-B595-4424-924D-FFAE737298DE}" destId="{D3B8B5CD-3128-4199-9C54-9482B51C6118}" srcOrd="1" destOrd="0" presId="urn:microsoft.com/office/officeart/2005/8/layout/hierarchy3"/>
    <dgm:cxn modelId="{0E2C9944-05A8-4499-9A98-8FFE12B995D4}" type="presParOf" srcId="{D3B8B5CD-3128-4199-9C54-9482B51C6118}" destId="{B508D05C-1B24-4854-A531-F4E568AE052E}" srcOrd="0" destOrd="0" presId="urn:microsoft.com/office/officeart/2005/8/layout/hierarchy3"/>
    <dgm:cxn modelId="{8619C380-55D5-45F3-A194-547530F08993}" type="presParOf" srcId="{B508D05C-1B24-4854-A531-F4E568AE052E}" destId="{EA9AE08C-4EAF-41C3-8548-30B073C1ABEC}" srcOrd="0" destOrd="0" presId="urn:microsoft.com/office/officeart/2005/8/layout/hierarchy3"/>
    <dgm:cxn modelId="{70EDF649-D6BE-4507-9B2D-D87C7DE743FC}" type="presParOf" srcId="{B508D05C-1B24-4854-A531-F4E568AE052E}" destId="{93EE618B-0BF9-460F-8549-B88F27ECFA5B}" srcOrd="1" destOrd="0" presId="urn:microsoft.com/office/officeart/2005/8/layout/hierarchy3"/>
    <dgm:cxn modelId="{6ED49BD7-492C-40A8-8844-C16FE3AE098F}" type="presParOf" srcId="{D3B8B5CD-3128-4199-9C54-9482B51C6118}" destId="{BB1E87B7-A2B4-4175-A9AC-EC2DB6BEE70F}" srcOrd="1" destOrd="0" presId="urn:microsoft.com/office/officeart/2005/8/layout/hierarchy3"/>
    <dgm:cxn modelId="{099BAC8D-FC99-4F95-ABA1-F0A3EEE59439}" type="presParOf" srcId="{9955CFBC-B595-4424-924D-FFAE737298DE}" destId="{C088EAF8-2184-4DA4-B3B3-D11F2AB85FB5}" srcOrd="2" destOrd="0" presId="urn:microsoft.com/office/officeart/2005/8/layout/hierarchy3"/>
    <dgm:cxn modelId="{88F23E9A-9999-409C-AE30-FA8ABED46177}" type="presParOf" srcId="{C088EAF8-2184-4DA4-B3B3-D11F2AB85FB5}" destId="{0F93D167-7EB1-4F03-BD52-66E655F8CF33}" srcOrd="0" destOrd="0" presId="urn:microsoft.com/office/officeart/2005/8/layout/hierarchy3"/>
    <dgm:cxn modelId="{E0E7FEE1-822E-43D5-A43B-83BA6C0E17F7}" type="presParOf" srcId="{0F93D167-7EB1-4F03-BD52-66E655F8CF33}" destId="{B4418FD9-743D-49FC-A43F-E57D92B8F728}" srcOrd="0" destOrd="0" presId="urn:microsoft.com/office/officeart/2005/8/layout/hierarchy3"/>
    <dgm:cxn modelId="{078D9EA5-BEB8-450E-8814-286BFBA63006}" type="presParOf" srcId="{0F93D167-7EB1-4F03-BD52-66E655F8CF33}" destId="{32694312-0DDC-4054-B037-8035BF85BDA1}" srcOrd="1" destOrd="0" presId="urn:microsoft.com/office/officeart/2005/8/layout/hierarchy3"/>
    <dgm:cxn modelId="{C98202F6-B2D6-4F4B-9EBB-B37E6D9AEE7B}" type="presParOf" srcId="{C088EAF8-2184-4DA4-B3B3-D11F2AB85FB5}" destId="{F9783ABF-7E7F-44DE-BEC1-ADFBECC7A7A3}" srcOrd="1" destOrd="0" presId="urn:microsoft.com/office/officeart/2005/8/layout/hierarchy3"/>
  </dgm:cxnLst>
  <dgm:bg>
    <a:solidFill>
      <a:schemeClr val="bg1">
        <a:lumMod val="95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A474B3-5A2A-46AE-86F1-A2FA3C635C9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6E326C-9169-42E2-8F13-BEBDD6893116}">
      <dgm:prSet/>
      <dgm:spPr/>
      <dgm:t>
        <a:bodyPr/>
        <a:lstStyle/>
        <a:p>
          <a:r>
            <a:rPr lang="en-US" dirty="0">
              <a:latin typeface="Montserrat" panose="00000500000000000000" pitchFamily="2" charset="0"/>
            </a:rPr>
            <a:t>When defining relationships in Power BI, you also choose</a:t>
          </a:r>
        </a:p>
      </dgm:t>
    </dgm:pt>
    <dgm:pt modelId="{CE2B1BA4-F8E0-4744-8F91-9DCB50D71135}" type="parTrans" cxnId="{41C2E276-89C8-46DC-BDC9-700666F558B4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2E572B62-B30C-4285-9C25-010685B0CC67}" type="sibTrans" cxnId="{41C2E276-89C8-46DC-BDC9-700666F558B4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1C05D2AF-A1C8-4269-89FB-C0D3BC193509}">
      <dgm:prSet/>
      <dgm:spPr/>
      <dgm:t>
        <a:bodyPr/>
        <a:lstStyle/>
        <a:p>
          <a:r>
            <a:rPr lang="en-US" b="1">
              <a:latin typeface="Montserrat" panose="00000500000000000000" pitchFamily="2" charset="0"/>
            </a:rPr>
            <a:t>Cross-filter direction</a:t>
          </a:r>
          <a:r>
            <a:rPr lang="en-US">
              <a:latin typeface="Montserrat" panose="00000500000000000000" pitchFamily="2" charset="0"/>
            </a:rPr>
            <a:t> (Single vs. Both)</a:t>
          </a:r>
        </a:p>
      </dgm:t>
    </dgm:pt>
    <dgm:pt modelId="{8EB3DBF6-7812-4393-8045-72529F2AC303}" type="parTrans" cxnId="{8F91758C-2634-4954-ABAE-554F8CCE37C6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366CB5D1-F2FD-4DD0-9331-F5F22998A2AE}" type="sibTrans" cxnId="{8F91758C-2634-4954-ABAE-554F8CCE37C6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8C184C4F-A13E-45C8-9208-56623C53D429}">
      <dgm:prSet/>
      <dgm:spPr/>
      <dgm:t>
        <a:bodyPr/>
        <a:lstStyle/>
        <a:p>
          <a:r>
            <a:rPr lang="en-US" b="1" dirty="0">
              <a:latin typeface="Montserrat" panose="00000500000000000000" pitchFamily="2" charset="0"/>
            </a:rPr>
            <a:t>Active vs. Inactive relationships</a:t>
          </a:r>
          <a:r>
            <a:rPr lang="en-US" dirty="0">
              <a:latin typeface="Montserrat" panose="00000500000000000000" pitchFamily="2" charset="0"/>
            </a:rPr>
            <a:t> (Only one relationship is active at a time)</a:t>
          </a:r>
        </a:p>
      </dgm:t>
    </dgm:pt>
    <dgm:pt modelId="{1D779B2E-FCD9-4197-BBB5-E59941494FBE}" type="parTrans" cxnId="{91C7988F-71B4-4C09-BFF8-1C8E339918C9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EBAB3C48-1F4E-4A2E-AE8A-E28D0584D302}" type="sibTrans" cxnId="{91C7988F-71B4-4C09-BFF8-1C8E339918C9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4942C4A9-A918-4418-A51E-211715BECBEE}" type="pres">
      <dgm:prSet presAssocID="{7FA474B3-5A2A-46AE-86F1-A2FA3C635C9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E72C250-C2EB-4627-B4BA-87096C3A56D2}" type="pres">
      <dgm:prSet presAssocID="{1A6E326C-9169-42E2-8F13-BEBDD6893116}" presName="hierRoot1" presStyleCnt="0">
        <dgm:presLayoutVars>
          <dgm:hierBranch val="init"/>
        </dgm:presLayoutVars>
      </dgm:prSet>
      <dgm:spPr/>
    </dgm:pt>
    <dgm:pt modelId="{A9720E14-D56E-41F4-87F7-82A656E1F286}" type="pres">
      <dgm:prSet presAssocID="{1A6E326C-9169-42E2-8F13-BEBDD6893116}" presName="rootComposite1" presStyleCnt="0"/>
      <dgm:spPr/>
    </dgm:pt>
    <dgm:pt modelId="{0B1E1A0E-C9B6-40F8-B01B-334C8FE4C194}" type="pres">
      <dgm:prSet presAssocID="{1A6E326C-9169-42E2-8F13-BEBDD6893116}" presName="rootText1" presStyleLbl="node0" presStyleIdx="0" presStyleCnt="1">
        <dgm:presLayoutVars>
          <dgm:chPref val="3"/>
        </dgm:presLayoutVars>
      </dgm:prSet>
      <dgm:spPr>
        <a:prstGeom prst="roundRect">
          <a:avLst/>
        </a:prstGeom>
      </dgm:spPr>
    </dgm:pt>
    <dgm:pt modelId="{C99173BC-F17F-4D45-9A75-172B55728445}" type="pres">
      <dgm:prSet presAssocID="{1A6E326C-9169-42E2-8F13-BEBDD6893116}" presName="rootConnector1" presStyleLbl="node1" presStyleIdx="0" presStyleCnt="0"/>
      <dgm:spPr/>
    </dgm:pt>
    <dgm:pt modelId="{F84F14D8-E2FE-40D5-BE3B-0E428C2EA8B1}" type="pres">
      <dgm:prSet presAssocID="{1A6E326C-9169-42E2-8F13-BEBDD6893116}" presName="hierChild2" presStyleCnt="0"/>
      <dgm:spPr/>
    </dgm:pt>
    <dgm:pt modelId="{D75BE769-7027-446B-8BEF-A0C44BBBCF70}" type="pres">
      <dgm:prSet presAssocID="{8EB3DBF6-7812-4393-8045-72529F2AC303}" presName="Name37" presStyleLbl="parChTrans1D2" presStyleIdx="0" presStyleCnt="2"/>
      <dgm:spPr/>
    </dgm:pt>
    <dgm:pt modelId="{0454C8EA-E665-44F0-B86E-7B3739E3A7B0}" type="pres">
      <dgm:prSet presAssocID="{1C05D2AF-A1C8-4269-89FB-C0D3BC193509}" presName="hierRoot2" presStyleCnt="0">
        <dgm:presLayoutVars>
          <dgm:hierBranch val="init"/>
        </dgm:presLayoutVars>
      </dgm:prSet>
      <dgm:spPr/>
    </dgm:pt>
    <dgm:pt modelId="{38B81EBF-A1D3-4324-9915-E49FC7CFA463}" type="pres">
      <dgm:prSet presAssocID="{1C05D2AF-A1C8-4269-89FB-C0D3BC193509}" presName="rootComposite" presStyleCnt="0"/>
      <dgm:spPr/>
    </dgm:pt>
    <dgm:pt modelId="{846E3BDA-2653-4643-A8E2-79176828F95F}" type="pres">
      <dgm:prSet presAssocID="{1C05D2AF-A1C8-4269-89FB-C0D3BC193509}" presName="rootText" presStyleLbl="node2" presStyleIdx="0" presStyleCnt="2">
        <dgm:presLayoutVars>
          <dgm:chPref val="3"/>
        </dgm:presLayoutVars>
      </dgm:prSet>
      <dgm:spPr>
        <a:prstGeom prst="roundRect">
          <a:avLst/>
        </a:prstGeom>
      </dgm:spPr>
    </dgm:pt>
    <dgm:pt modelId="{EFF3AC35-47C1-45C8-B431-881D980091BD}" type="pres">
      <dgm:prSet presAssocID="{1C05D2AF-A1C8-4269-89FB-C0D3BC193509}" presName="rootConnector" presStyleLbl="node2" presStyleIdx="0" presStyleCnt="2"/>
      <dgm:spPr/>
    </dgm:pt>
    <dgm:pt modelId="{41EBB6CE-529E-4715-838F-489F23D628F8}" type="pres">
      <dgm:prSet presAssocID="{1C05D2AF-A1C8-4269-89FB-C0D3BC193509}" presName="hierChild4" presStyleCnt="0"/>
      <dgm:spPr/>
    </dgm:pt>
    <dgm:pt modelId="{650FFEEA-539A-41A0-A51B-94A49739F516}" type="pres">
      <dgm:prSet presAssocID="{1C05D2AF-A1C8-4269-89FB-C0D3BC193509}" presName="hierChild5" presStyleCnt="0"/>
      <dgm:spPr/>
    </dgm:pt>
    <dgm:pt modelId="{42DEF940-0E8C-42C9-BA1F-346DBD763560}" type="pres">
      <dgm:prSet presAssocID="{1D779B2E-FCD9-4197-BBB5-E59941494FBE}" presName="Name37" presStyleLbl="parChTrans1D2" presStyleIdx="1" presStyleCnt="2"/>
      <dgm:spPr/>
    </dgm:pt>
    <dgm:pt modelId="{1E1F56F7-A401-47AB-8DB7-4B6781C2C89B}" type="pres">
      <dgm:prSet presAssocID="{8C184C4F-A13E-45C8-9208-56623C53D429}" presName="hierRoot2" presStyleCnt="0">
        <dgm:presLayoutVars>
          <dgm:hierBranch val="init"/>
        </dgm:presLayoutVars>
      </dgm:prSet>
      <dgm:spPr/>
    </dgm:pt>
    <dgm:pt modelId="{CA33431D-5635-431F-BA46-D859A1DBC503}" type="pres">
      <dgm:prSet presAssocID="{8C184C4F-A13E-45C8-9208-56623C53D429}" presName="rootComposite" presStyleCnt="0"/>
      <dgm:spPr/>
    </dgm:pt>
    <dgm:pt modelId="{17F3F62D-DC81-4F64-9D6F-19ABDF7C863A}" type="pres">
      <dgm:prSet presAssocID="{8C184C4F-A13E-45C8-9208-56623C53D429}" presName="rootText" presStyleLbl="node2" presStyleIdx="1" presStyleCnt="2">
        <dgm:presLayoutVars>
          <dgm:chPref val="3"/>
        </dgm:presLayoutVars>
      </dgm:prSet>
      <dgm:spPr>
        <a:prstGeom prst="roundRect">
          <a:avLst/>
        </a:prstGeom>
      </dgm:spPr>
    </dgm:pt>
    <dgm:pt modelId="{0CB5E650-BC21-4341-B2C8-A077F9D85C67}" type="pres">
      <dgm:prSet presAssocID="{8C184C4F-A13E-45C8-9208-56623C53D429}" presName="rootConnector" presStyleLbl="node2" presStyleIdx="1" presStyleCnt="2"/>
      <dgm:spPr/>
    </dgm:pt>
    <dgm:pt modelId="{6C4DFA00-C3A8-432C-A76F-78BE5B8FB5A8}" type="pres">
      <dgm:prSet presAssocID="{8C184C4F-A13E-45C8-9208-56623C53D429}" presName="hierChild4" presStyleCnt="0"/>
      <dgm:spPr/>
    </dgm:pt>
    <dgm:pt modelId="{46D81CFA-1CCF-43CA-BAF6-5298689DE01E}" type="pres">
      <dgm:prSet presAssocID="{8C184C4F-A13E-45C8-9208-56623C53D429}" presName="hierChild5" presStyleCnt="0"/>
      <dgm:spPr/>
    </dgm:pt>
    <dgm:pt modelId="{B4A60382-09C7-402B-BDB5-FC2797AF5E07}" type="pres">
      <dgm:prSet presAssocID="{1A6E326C-9169-42E2-8F13-BEBDD6893116}" presName="hierChild3" presStyleCnt="0"/>
      <dgm:spPr/>
    </dgm:pt>
  </dgm:ptLst>
  <dgm:cxnLst>
    <dgm:cxn modelId="{D083960B-7013-4F7D-9702-975A1CEE3EEF}" type="presOf" srcId="{1D779B2E-FCD9-4197-BBB5-E59941494FBE}" destId="{42DEF940-0E8C-42C9-BA1F-346DBD763560}" srcOrd="0" destOrd="0" presId="urn:microsoft.com/office/officeart/2005/8/layout/orgChart1"/>
    <dgm:cxn modelId="{9AAC1020-A0FD-45D9-8000-D0E9B8B7900A}" type="presOf" srcId="{1A6E326C-9169-42E2-8F13-BEBDD6893116}" destId="{0B1E1A0E-C9B6-40F8-B01B-334C8FE4C194}" srcOrd="0" destOrd="0" presId="urn:microsoft.com/office/officeart/2005/8/layout/orgChart1"/>
    <dgm:cxn modelId="{9AD89231-6971-41F9-ACEF-193FBF76E6D5}" type="presOf" srcId="{1C05D2AF-A1C8-4269-89FB-C0D3BC193509}" destId="{EFF3AC35-47C1-45C8-B431-881D980091BD}" srcOrd="1" destOrd="0" presId="urn:microsoft.com/office/officeart/2005/8/layout/orgChart1"/>
    <dgm:cxn modelId="{CA6E045F-F6BB-41D5-B48E-7A9DD07A66A8}" type="presOf" srcId="{8EB3DBF6-7812-4393-8045-72529F2AC303}" destId="{D75BE769-7027-446B-8BEF-A0C44BBBCF70}" srcOrd="0" destOrd="0" presId="urn:microsoft.com/office/officeart/2005/8/layout/orgChart1"/>
    <dgm:cxn modelId="{96824445-32DF-422D-94DC-E7FC524E9CC4}" type="presOf" srcId="{7FA474B3-5A2A-46AE-86F1-A2FA3C635C98}" destId="{4942C4A9-A918-4418-A51E-211715BECBEE}" srcOrd="0" destOrd="0" presId="urn:microsoft.com/office/officeart/2005/8/layout/orgChart1"/>
    <dgm:cxn modelId="{41C2E276-89C8-46DC-BDC9-700666F558B4}" srcId="{7FA474B3-5A2A-46AE-86F1-A2FA3C635C98}" destId="{1A6E326C-9169-42E2-8F13-BEBDD6893116}" srcOrd="0" destOrd="0" parTransId="{CE2B1BA4-F8E0-4744-8F91-9DCB50D71135}" sibTransId="{2E572B62-B30C-4285-9C25-010685B0CC67}"/>
    <dgm:cxn modelId="{8F91758C-2634-4954-ABAE-554F8CCE37C6}" srcId="{1A6E326C-9169-42E2-8F13-BEBDD6893116}" destId="{1C05D2AF-A1C8-4269-89FB-C0D3BC193509}" srcOrd="0" destOrd="0" parTransId="{8EB3DBF6-7812-4393-8045-72529F2AC303}" sibTransId="{366CB5D1-F2FD-4DD0-9331-F5F22998A2AE}"/>
    <dgm:cxn modelId="{91C7988F-71B4-4C09-BFF8-1C8E339918C9}" srcId="{1A6E326C-9169-42E2-8F13-BEBDD6893116}" destId="{8C184C4F-A13E-45C8-9208-56623C53D429}" srcOrd="1" destOrd="0" parTransId="{1D779B2E-FCD9-4197-BBB5-E59941494FBE}" sibTransId="{EBAB3C48-1F4E-4A2E-AE8A-E28D0584D302}"/>
    <dgm:cxn modelId="{D4B81DA5-535B-469C-982A-817680BA13F4}" type="presOf" srcId="{1C05D2AF-A1C8-4269-89FB-C0D3BC193509}" destId="{846E3BDA-2653-4643-A8E2-79176828F95F}" srcOrd="0" destOrd="0" presId="urn:microsoft.com/office/officeart/2005/8/layout/orgChart1"/>
    <dgm:cxn modelId="{5B1F08EF-62DB-4490-A653-4017A4A727AE}" type="presOf" srcId="{8C184C4F-A13E-45C8-9208-56623C53D429}" destId="{17F3F62D-DC81-4F64-9D6F-19ABDF7C863A}" srcOrd="0" destOrd="0" presId="urn:microsoft.com/office/officeart/2005/8/layout/orgChart1"/>
    <dgm:cxn modelId="{CCB431F0-DC1F-4126-82F5-074F39F99BD0}" type="presOf" srcId="{1A6E326C-9169-42E2-8F13-BEBDD6893116}" destId="{C99173BC-F17F-4D45-9A75-172B55728445}" srcOrd="1" destOrd="0" presId="urn:microsoft.com/office/officeart/2005/8/layout/orgChart1"/>
    <dgm:cxn modelId="{FC7DE1F0-8CEB-4F87-BD9F-3D5421360D3F}" type="presOf" srcId="{8C184C4F-A13E-45C8-9208-56623C53D429}" destId="{0CB5E650-BC21-4341-B2C8-A077F9D85C67}" srcOrd="1" destOrd="0" presId="urn:microsoft.com/office/officeart/2005/8/layout/orgChart1"/>
    <dgm:cxn modelId="{B394629E-320A-45C0-883D-D642EB17B90D}" type="presParOf" srcId="{4942C4A9-A918-4418-A51E-211715BECBEE}" destId="{3E72C250-C2EB-4627-B4BA-87096C3A56D2}" srcOrd="0" destOrd="0" presId="urn:microsoft.com/office/officeart/2005/8/layout/orgChart1"/>
    <dgm:cxn modelId="{843A0743-D0C6-49EB-966A-D803D173F391}" type="presParOf" srcId="{3E72C250-C2EB-4627-B4BA-87096C3A56D2}" destId="{A9720E14-D56E-41F4-87F7-82A656E1F286}" srcOrd="0" destOrd="0" presId="urn:microsoft.com/office/officeart/2005/8/layout/orgChart1"/>
    <dgm:cxn modelId="{E239D116-EDC8-432F-938E-178E35923AE8}" type="presParOf" srcId="{A9720E14-D56E-41F4-87F7-82A656E1F286}" destId="{0B1E1A0E-C9B6-40F8-B01B-334C8FE4C194}" srcOrd="0" destOrd="0" presId="urn:microsoft.com/office/officeart/2005/8/layout/orgChart1"/>
    <dgm:cxn modelId="{B75D9BC2-F489-4CD6-B485-B497404B085A}" type="presParOf" srcId="{A9720E14-D56E-41F4-87F7-82A656E1F286}" destId="{C99173BC-F17F-4D45-9A75-172B55728445}" srcOrd="1" destOrd="0" presId="urn:microsoft.com/office/officeart/2005/8/layout/orgChart1"/>
    <dgm:cxn modelId="{2512CD43-8E60-485E-86AE-949C427B897A}" type="presParOf" srcId="{3E72C250-C2EB-4627-B4BA-87096C3A56D2}" destId="{F84F14D8-E2FE-40D5-BE3B-0E428C2EA8B1}" srcOrd="1" destOrd="0" presId="urn:microsoft.com/office/officeart/2005/8/layout/orgChart1"/>
    <dgm:cxn modelId="{687966A9-BAB4-4FD8-8F92-8E1CD83F516E}" type="presParOf" srcId="{F84F14D8-E2FE-40D5-BE3B-0E428C2EA8B1}" destId="{D75BE769-7027-446B-8BEF-A0C44BBBCF70}" srcOrd="0" destOrd="0" presId="urn:microsoft.com/office/officeart/2005/8/layout/orgChart1"/>
    <dgm:cxn modelId="{37F42533-50DA-4DF6-8C53-F817494E2E33}" type="presParOf" srcId="{F84F14D8-E2FE-40D5-BE3B-0E428C2EA8B1}" destId="{0454C8EA-E665-44F0-B86E-7B3739E3A7B0}" srcOrd="1" destOrd="0" presId="urn:microsoft.com/office/officeart/2005/8/layout/orgChart1"/>
    <dgm:cxn modelId="{07DDE9CB-C328-4986-9C08-9BFF6207FE92}" type="presParOf" srcId="{0454C8EA-E665-44F0-B86E-7B3739E3A7B0}" destId="{38B81EBF-A1D3-4324-9915-E49FC7CFA463}" srcOrd="0" destOrd="0" presId="urn:microsoft.com/office/officeart/2005/8/layout/orgChart1"/>
    <dgm:cxn modelId="{FB2336A6-0672-4593-B6E0-104D51B6F80F}" type="presParOf" srcId="{38B81EBF-A1D3-4324-9915-E49FC7CFA463}" destId="{846E3BDA-2653-4643-A8E2-79176828F95F}" srcOrd="0" destOrd="0" presId="urn:microsoft.com/office/officeart/2005/8/layout/orgChart1"/>
    <dgm:cxn modelId="{B7CC8BD3-E3E5-469D-98EC-D4929A1F95FB}" type="presParOf" srcId="{38B81EBF-A1D3-4324-9915-E49FC7CFA463}" destId="{EFF3AC35-47C1-45C8-B431-881D980091BD}" srcOrd="1" destOrd="0" presId="urn:microsoft.com/office/officeart/2005/8/layout/orgChart1"/>
    <dgm:cxn modelId="{7A1A3AA3-EEFF-40BB-8037-0DEDFBD58704}" type="presParOf" srcId="{0454C8EA-E665-44F0-B86E-7B3739E3A7B0}" destId="{41EBB6CE-529E-4715-838F-489F23D628F8}" srcOrd="1" destOrd="0" presId="urn:microsoft.com/office/officeart/2005/8/layout/orgChart1"/>
    <dgm:cxn modelId="{D942B003-F2D1-45B0-8448-969AC0100C64}" type="presParOf" srcId="{0454C8EA-E665-44F0-B86E-7B3739E3A7B0}" destId="{650FFEEA-539A-41A0-A51B-94A49739F516}" srcOrd="2" destOrd="0" presId="urn:microsoft.com/office/officeart/2005/8/layout/orgChart1"/>
    <dgm:cxn modelId="{725ACD43-FD86-4B64-8AC8-EA878D145744}" type="presParOf" srcId="{F84F14D8-E2FE-40D5-BE3B-0E428C2EA8B1}" destId="{42DEF940-0E8C-42C9-BA1F-346DBD763560}" srcOrd="2" destOrd="0" presId="urn:microsoft.com/office/officeart/2005/8/layout/orgChart1"/>
    <dgm:cxn modelId="{A9B0F928-A907-4DF8-9240-EBC36C98C761}" type="presParOf" srcId="{F84F14D8-E2FE-40D5-BE3B-0E428C2EA8B1}" destId="{1E1F56F7-A401-47AB-8DB7-4B6781C2C89B}" srcOrd="3" destOrd="0" presId="urn:microsoft.com/office/officeart/2005/8/layout/orgChart1"/>
    <dgm:cxn modelId="{71DDE9C0-2D97-48D5-82B0-044A05F7D2EC}" type="presParOf" srcId="{1E1F56F7-A401-47AB-8DB7-4B6781C2C89B}" destId="{CA33431D-5635-431F-BA46-D859A1DBC503}" srcOrd="0" destOrd="0" presId="urn:microsoft.com/office/officeart/2005/8/layout/orgChart1"/>
    <dgm:cxn modelId="{B269ACAC-4CCB-4315-9365-AB52ED2D4304}" type="presParOf" srcId="{CA33431D-5635-431F-BA46-D859A1DBC503}" destId="{17F3F62D-DC81-4F64-9D6F-19ABDF7C863A}" srcOrd="0" destOrd="0" presId="urn:microsoft.com/office/officeart/2005/8/layout/orgChart1"/>
    <dgm:cxn modelId="{674BD8AE-DBFD-4843-B098-1D8E67AB368B}" type="presParOf" srcId="{CA33431D-5635-431F-BA46-D859A1DBC503}" destId="{0CB5E650-BC21-4341-B2C8-A077F9D85C67}" srcOrd="1" destOrd="0" presId="urn:microsoft.com/office/officeart/2005/8/layout/orgChart1"/>
    <dgm:cxn modelId="{FCDC013E-A0CC-47B6-B8C5-B324CC7F54F2}" type="presParOf" srcId="{1E1F56F7-A401-47AB-8DB7-4B6781C2C89B}" destId="{6C4DFA00-C3A8-432C-A76F-78BE5B8FB5A8}" srcOrd="1" destOrd="0" presId="urn:microsoft.com/office/officeart/2005/8/layout/orgChart1"/>
    <dgm:cxn modelId="{298C0184-5174-41AF-ACD5-13F6F8BEAC95}" type="presParOf" srcId="{1E1F56F7-A401-47AB-8DB7-4B6781C2C89B}" destId="{46D81CFA-1CCF-43CA-BAF6-5298689DE01E}" srcOrd="2" destOrd="0" presId="urn:microsoft.com/office/officeart/2005/8/layout/orgChart1"/>
    <dgm:cxn modelId="{6DAF14CA-F4D3-4A23-A139-4C078191B013}" type="presParOf" srcId="{3E72C250-C2EB-4627-B4BA-87096C3A56D2}" destId="{B4A60382-09C7-402B-BDB5-FC2797AF5E07}" srcOrd="2" destOrd="0" presId="urn:microsoft.com/office/officeart/2005/8/layout/orgChart1"/>
  </dgm:cxnLst>
  <dgm:bg>
    <a:solidFill>
      <a:schemeClr val="bg1">
        <a:lumMod val="95000"/>
      </a:schemeClr>
    </a:solidFill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B8CC895-9246-4F75-BE50-5659376532B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B35489C-C6F6-434E-8485-FA0E6D4794EE}">
      <dgm:prSet/>
      <dgm:spPr/>
      <dgm:t>
        <a:bodyPr/>
        <a:lstStyle/>
        <a:p>
          <a:r>
            <a:rPr lang="en-US" b="1">
              <a:latin typeface="Montserrat" panose="00000500000000000000" pitchFamily="2" charset="0"/>
            </a:rPr>
            <a:t>Prefer One-to-Many relationships</a:t>
          </a:r>
          <a:r>
            <a:rPr lang="en-US">
              <a:latin typeface="Montserrat" panose="00000500000000000000" pitchFamily="2" charset="0"/>
            </a:rPr>
            <a:t> where possible.</a:t>
          </a:r>
        </a:p>
      </dgm:t>
    </dgm:pt>
    <dgm:pt modelId="{8AEE71F9-5F8E-4EB2-8645-6B77ED28044D}" type="parTrans" cxnId="{5C88CAF6-2372-44EB-85BA-02619047F8DC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342606BC-6924-4465-845B-D9028C8696F7}" type="sibTrans" cxnId="{5C88CAF6-2372-44EB-85BA-02619047F8DC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84EAD0DD-6EEC-4174-A212-C896C405A038}">
      <dgm:prSet/>
      <dgm:spPr/>
      <dgm:t>
        <a:bodyPr/>
        <a:lstStyle/>
        <a:p>
          <a:r>
            <a:rPr lang="en-US" b="1">
              <a:latin typeface="Montserrat" panose="00000500000000000000" pitchFamily="2" charset="0"/>
            </a:rPr>
            <a:t>Optimize Many-to-Many relationships</a:t>
          </a:r>
          <a:r>
            <a:rPr lang="en-US">
              <a:latin typeface="Montserrat" panose="00000500000000000000" pitchFamily="2" charset="0"/>
            </a:rPr>
            <a:t> using bridge tables.</a:t>
          </a:r>
        </a:p>
      </dgm:t>
    </dgm:pt>
    <dgm:pt modelId="{9159DB49-E14A-475D-8A70-4585241254D2}" type="parTrans" cxnId="{393102D2-9F40-4B52-A706-ADC0AC6AD11B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59E6CEA7-CA8E-4235-B95E-703C88450970}" type="sibTrans" cxnId="{393102D2-9F40-4B52-A706-ADC0AC6AD11B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E6814CB6-5728-4CEA-BE36-36EB55316DA3}">
      <dgm:prSet/>
      <dgm:spPr/>
      <dgm:t>
        <a:bodyPr/>
        <a:lstStyle/>
        <a:p>
          <a:r>
            <a:rPr lang="en-US" b="1">
              <a:latin typeface="Montserrat" panose="00000500000000000000" pitchFamily="2" charset="0"/>
            </a:rPr>
            <a:t>Check data granularity</a:t>
          </a:r>
          <a:r>
            <a:rPr lang="en-US">
              <a:latin typeface="Montserrat" panose="00000500000000000000" pitchFamily="2" charset="0"/>
            </a:rPr>
            <a:t> to ensure relationships are correct.</a:t>
          </a:r>
        </a:p>
      </dgm:t>
    </dgm:pt>
    <dgm:pt modelId="{76EA3788-4B6B-44E2-BC6B-A99B767E57F4}" type="parTrans" cxnId="{7226EE3B-25B8-424D-8A99-48CB7F7C6415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B54CFC6A-F2AB-495F-89A6-3F7F60D45974}" type="sibTrans" cxnId="{7226EE3B-25B8-424D-8A99-48CB7F7C6415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769A7258-8CAE-41D4-AD05-3766A783C6F8}">
      <dgm:prSet/>
      <dgm:spPr/>
      <dgm:t>
        <a:bodyPr/>
        <a:lstStyle/>
        <a:p>
          <a:r>
            <a:rPr lang="en-US" b="1">
              <a:latin typeface="Montserrat" panose="00000500000000000000" pitchFamily="2" charset="0"/>
            </a:rPr>
            <a:t>Use correct cross-filtering</a:t>
          </a:r>
          <a:r>
            <a:rPr lang="en-US">
              <a:latin typeface="Montserrat" panose="00000500000000000000" pitchFamily="2" charset="0"/>
            </a:rPr>
            <a:t> to control data flow.</a:t>
          </a:r>
        </a:p>
      </dgm:t>
    </dgm:pt>
    <dgm:pt modelId="{98A80C6A-93C8-4C0E-BF08-AED09A4AFC24}" type="parTrans" cxnId="{CC053F4B-92C7-4C31-A6B2-B559AC763E1E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864D999B-5B83-468F-ABC8-A725145FDC14}" type="sibTrans" cxnId="{CC053F4B-92C7-4C31-A6B2-B559AC763E1E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4E00B9F2-4E98-49DA-B17A-298835B04522}">
      <dgm:prSet/>
      <dgm:spPr/>
      <dgm:t>
        <a:bodyPr/>
        <a:lstStyle/>
        <a:p>
          <a:r>
            <a:rPr lang="en-US" b="1">
              <a:latin typeface="Montserrat" panose="00000500000000000000" pitchFamily="2" charset="0"/>
            </a:rPr>
            <a:t>Ensure primary and foreign keys have unique values</a:t>
          </a:r>
          <a:r>
            <a:rPr lang="en-US">
              <a:latin typeface="Montserrat" panose="00000500000000000000" pitchFamily="2" charset="0"/>
            </a:rPr>
            <a:t> to avoid ambiguous relationships.</a:t>
          </a:r>
        </a:p>
      </dgm:t>
    </dgm:pt>
    <dgm:pt modelId="{12C0099F-B5C1-46B7-BCE5-F1BEDF3BF212}" type="parTrans" cxnId="{D1DF0E51-028A-4FF0-887A-D14D023DCA10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6667764C-CC20-4145-ADDE-9C4F6CCC2C1B}" type="sibTrans" cxnId="{D1DF0E51-028A-4FF0-887A-D14D023DCA10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1D86F3E7-6DF7-44DD-8F50-8551111E94FF}" type="pres">
      <dgm:prSet presAssocID="{0B8CC895-9246-4F75-BE50-5659376532BB}" presName="vert0" presStyleCnt="0">
        <dgm:presLayoutVars>
          <dgm:dir/>
          <dgm:animOne val="branch"/>
          <dgm:animLvl val="lvl"/>
        </dgm:presLayoutVars>
      </dgm:prSet>
      <dgm:spPr/>
    </dgm:pt>
    <dgm:pt modelId="{027FCB04-D60C-4D53-8F25-B1E742A49EA1}" type="pres">
      <dgm:prSet presAssocID="{2B35489C-C6F6-434E-8485-FA0E6D4794EE}" presName="thickLine" presStyleLbl="alignNode1" presStyleIdx="0" presStyleCnt="5"/>
      <dgm:spPr/>
    </dgm:pt>
    <dgm:pt modelId="{9CE000CA-C1F4-4537-A87E-EC6D0E889268}" type="pres">
      <dgm:prSet presAssocID="{2B35489C-C6F6-434E-8485-FA0E6D4794EE}" presName="horz1" presStyleCnt="0"/>
      <dgm:spPr/>
    </dgm:pt>
    <dgm:pt modelId="{876A2AB0-2923-4EDB-BACE-6BACACFF9938}" type="pres">
      <dgm:prSet presAssocID="{2B35489C-C6F6-434E-8485-FA0E6D4794EE}" presName="tx1" presStyleLbl="revTx" presStyleIdx="0" presStyleCnt="5"/>
      <dgm:spPr/>
    </dgm:pt>
    <dgm:pt modelId="{DEDA2C7B-4029-4897-92B6-4BE834443331}" type="pres">
      <dgm:prSet presAssocID="{2B35489C-C6F6-434E-8485-FA0E6D4794EE}" presName="vert1" presStyleCnt="0"/>
      <dgm:spPr/>
    </dgm:pt>
    <dgm:pt modelId="{EE859D82-7C13-4A61-A621-4EA3630C1230}" type="pres">
      <dgm:prSet presAssocID="{84EAD0DD-6EEC-4174-A212-C896C405A038}" presName="thickLine" presStyleLbl="alignNode1" presStyleIdx="1" presStyleCnt="5"/>
      <dgm:spPr/>
    </dgm:pt>
    <dgm:pt modelId="{D10844A8-685F-43BF-A04D-7E363CED7BD9}" type="pres">
      <dgm:prSet presAssocID="{84EAD0DD-6EEC-4174-A212-C896C405A038}" presName="horz1" presStyleCnt="0"/>
      <dgm:spPr/>
    </dgm:pt>
    <dgm:pt modelId="{7A76E425-3722-4BFB-B3A4-99FE2330F517}" type="pres">
      <dgm:prSet presAssocID="{84EAD0DD-6EEC-4174-A212-C896C405A038}" presName="tx1" presStyleLbl="revTx" presStyleIdx="1" presStyleCnt="5"/>
      <dgm:spPr/>
    </dgm:pt>
    <dgm:pt modelId="{27F6F14C-D534-410A-A7C8-12546851CAC8}" type="pres">
      <dgm:prSet presAssocID="{84EAD0DD-6EEC-4174-A212-C896C405A038}" presName="vert1" presStyleCnt="0"/>
      <dgm:spPr/>
    </dgm:pt>
    <dgm:pt modelId="{C616AA76-EDDE-48DA-93AC-F838B68030F2}" type="pres">
      <dgm:prSet presAssocID="{E6814CB6-5728-4CEA-BE36-36EB55316DA3}" presName="thickLine" presStyleLbl="alignNode1" presStyleIdx="2" presStyleCnt="5"/>
      <dgm:spPr/>
    </dgm:pt>
    <dgm:pt modelId="{BAFCFFAD-203F-49FE-842E-20E28DA57459}" type="pres">
      <dgm:prSet presAssocID="{E6814CB6-5728-4CEA-BE36-36EB55316DA3}" presName="horz1" presStyleCnt="0"/>
      <dgm:spPr/>
    </dgm:pt>
    <dgm:pt modelId="{F6E26C82-CBDB-4DB3-ACF0-2A998562FF64}" type="pres">
      <dgm:prSet presAssocID="{E6814CB6-5728-4CEA-BE36-36EB55316DA3}" presName="tx1" presStyleLbl="revTx" presStyleIdx="2" presStyleCnt="5"/>
      <dgm:spPr/>
    </dgm:pt>
    <dgm:pt modelId="{B2D66D1F-E575-406E-BB0D-05B6222B9BD4}" type="pres">
      <dgm:prSet presAssocID="{E6814CB6-5728-4CEA-BE36-36EB55316DA3}" presName="vert1" presStyleCnt="0"/>
      <dgm:spPr/>
    </dgm:pt>
    <dgm:pt modelId="{ECA6CEB8-33EE-4DD9-9C56-DA084C9A3267}" type="pres">
      <dgm:prSet presAssocID="{769A7258-8CAE-41D4-AD05-3766A783C6F8}" presName="thickLine" presStyleLbl="alignNode1" presStyleIdx="3" presStyleCnt="5"/>
      <dgm:spPr/>
    </dgm:pt>
    <dgm:pt modelId="{3481AB7F-D63B-4EA5-B506-E8F83CB85E32}" type="pres">
      <dgm:prSet presAssocID="{769A7258-8CAE-41D4-AD05-3766A783C6F8}" presName="horz1" presStyleCnt="0"/>
      <dgm:spPr/>
    </dgm:pt>
    <dgm:pt modelId="{B0676FCD-F479-4F16-AD33-3CC9484ED500}" type="pres">
      <dgm:prSet presAssocID="{769A7258-8CAE-41D4-AD05-3766A783C6F8}" presName="tx1" presStyleLbl="revTx" presStyleIdx="3" presStyleCnt="5"/>
      <dgm:spPr/>
    </dgm:pt>
    <dgm:pt modelId="{0830DD64-B637-4BAC-923A-70CD0344D7F2}" type="pres">
      <dgm:prSet presAssocID="{769A7258-8CAE-41D4-AD05-3766A783C6F8}" presName="vert1" presStyleCnt="0"/>
      <dgm:spPr/>
    </dgm:pt>
    <dgm:pt modelId="{BE97185E-A01C-4073-917B-2A98E0D03C83}" type="pres">
      <dgm:prSet presAssocID="{4E00B9F2-4E98-49DA-B17A-298835B04522}" presName="thickLine" presStyleLbl="alignNode1" presStyleIdx="4" presStyleCnt="5"/>
      <dgm:spPr/>
    </dgm:pt>
    <dgm:pt modelId="{D347B7A1-3CB2-411C-AD09-75D70017D4D0}" type="pres">
      <dgm:prSet presAssocID="{4E00B9F2-4E98-49DA-B17A-298835B04522}" presName="horz1" presStyleCnt="0"/>
      <dgm:spPr/>
    </dgm:pt>
    <dgm:pt modelId="{F373410D-3DDB-4D05-B00D-D80D3D4D14DD}" type="pres">
      <dgm:prSet presAssocID="{4E00B9F2-4E98-49DA-B17A-298835B04522}" presName="tx1" presStyleLbl="revTx" presStyleIdx="4" presStyleCnt="5"/>
      <dgm:spPr/>
    </dgm:pt>
    <dgm:pt modelId="{A16F47F7-16FA-492C-A902-7CF1DCD5567D}" type="pres">
      <dgm:prSet presAssocID="{4E00B9F2-4E98-49DA-B17A-298835B04522}" presName="vert1" presStyleCnt="0"/>
      <dgm:spPr/>
    </dgm:pt>
  </dgm:ptLst>
  <dgm:cxnLst>
    <dgm:cxn modelId="{0374FD09-4737-44AA-9080-24DCAFD97602}" type="presOf" srcId="{0B8CC895-9246-4F75-BE50-5659376532BB}" destId="{1D86F3E7-6DF7-44DD-8F50-8551111E94FF}" srcOrd="0" destOrd="0" presId="urn:microsoft.com/office/officeart/2008/layout/LinedList"/>
    <dgm:cxn modelId="{29C4D412-040B-4757-A109-AAAA164730BD}" type="presOf" srcId="{769A7258-8CAE-41D4-AD05-3766A783C6F8}" destId="{B0676FCD-F479-4F16-AD33-3CC9484ED500}" srcOrd="0" destOrd="0" presId="urn:microsoft.com/office/officeart/2008/layout/LinedList"/>
    <dgm:cxn modelId="{7226EE3B-25B8-424D-8A99-48CB7F7C6415}" srcId="{0B8CC895-9246-4F75-BE50-5659376532BB}" destId="{E6814CB6-5728-4CEA-BE36-36EB55316DA3}" srcOrd="2" destOrd="0" parTransId="{76EA3788-4B6B-44E2-BC6B-A99B767E57F4}" sibTransId="{B54CFC6A-F2AB-495F-89A6-3F7F60D45974}"/>
    <dgm:cxn modelId="{CC053F4B-92C7-4C31-A6B2-B559AC763E1E}" srcId="{0B8CC895-9246-4F75-BE50-5659376532BB}" destId="{769A7258-8CAE-41D4-AD05-3766A783C6F8}" srcOrd="3" destOrd="0" parTransId="{98A80C6A-93C8-4C0E-BF08-AED09A4AFC24}" sibTransId="{864D999B-5B83-468F-ABC8-A725145FDC14}"/>
    <dgm:cxn modelId="{D1DF0E51-028A-4FF0-887A-D14D023DCA10}" srcId="{0B8CC895-9246-4F75-BE50-5659376532BB}" destId="{4E00B9F2-4E98-49DA-B17A-298835B04522}" srcOrd="4" destOrd="0" parTransId="{12C0099F-B5C1-46B7-BCE5-F1BEDF3BF212}" sibTransId="{6667764C-CC20-4145-ADDE-9C4F6CCC2C1B}"/>
    <dgm:cxn modelId="{4F381977-A73C-4EB8-B729-E5F6F8A904F2}" type="presOf" srcId="{4E00B9F2-4E98-49DA-B17A-298835B04522}" destId="{F373410D-3DDB-4D05-B00D-D80D3D4D14DD}" srcOrd="0" destOrd="0" presId="urn:microsoft.com/office/officeart/2008/layout/LinedList"/>
    <dgm:cxn modelId="{8F0101AD-6968-4F37-B539-C71E9F4BE7ED}" type="presOf" srcId="{2B35489C-C6F6-434E-8485-FA0E6D4794EE}" destId="{876A2AB0-2923-4EDB-BACE-6BACACFF9938}" srcOrd="0" destOrd="0" presId="urn:microsoft.com/office/officeart/2008/layout/LinedList"/>
    <dgm:cxn modelId="{19B45CBC-FE6E-444F-BEEA-BC7EB5E7F9F8}" type="presOf" srcId="{E6814CB6-5728-4CEA-BE36-36EB55316DA3}" destId="{F6E26C82-CBDB-4DB3-ACF0-2A998562FF64}" srcOrd="0" destOrd="0" presId="urn:microsoft.com/office/officeart/2008/layout/LinedList"/>
    <dgm:cxn modelId="{393102D2-9F40-4B52-A706-ADC0AC6AD11B}" srcId="{0B8CC895-9246-4F75-BE50-5659376532BB}" destId="{84EAD0DD-6EEC-4174-A212-C896C405A038}" srcOrd="1" destOrd="0" parTransId="{9159DB49-E14A-475D-8A70-4585241254D2}" sibTransId="{59E6CEA7-CA8E-4235-B95E-703C88450970}"/>
    <dgm:cxn modelId="{055906EF-3854-4215-85B5-2F5ED0AD46E9}" type="presOf" srcId="{84EAD0DD-6EEC-4174-A212-C896C405A038}" destId="{7A76E425-3722-4BFB-B3A4-99FE2330F517}" srcOrd="0" destOrd="0" presId="urn:microsoft.com/office/officeart/2008/layout/LinedList"/>
    <dgm:cxn modelId="{5C88CAF6-2372-44EB-85BA-02619047F8DC}" srcId="{0B8CC895-9246-4F75-BE50-5659376532BB}" destId="{2B35489C-C6F6-434E-8485-FA0E6D4794EE}" srcOrd="0" destOrd="0" parTransId="{8AEE71F9-5F8E-4EB2-8645-6B77ED28044D}" sibTransId="{342606BC-6924-4465-845B-D9028C8696F7}"/>
    <dgm:cxn modelId="{9EFC175D-4D86-4F1A-91FC-6DAEF0C54176}" type="presParOf" srcId="{1D86F3E7-6DF7-44DD-8F50-8551111E94FF}" destId="{027FCB04-D60C-4D53-8F25-B1E742A49EA1}" srcOrd="0" destOrd="0" presId="urn:microsoft.com/office/officeart/2008/layout/LinedList"/>
    <dgm:cxn modelId="{D5E728B5-5BC3-4278-B270-DAA0AB64F655}" type="presParOf" srcId="{1D86F3E7-6DF7-44DD-8F50-8551111E94FF}" destId="{9CE000CA-C1F4-4537-A87E-EC6D0E889268}" srcOrd="1" destOrd="0" presId="urn:microsoft.com/office/officeart/2008/layout/LinedList"/>
    <dgm:cxn modelId="{F24FD3B6-4715-4C2D-8112-4E44798C1723}" type="presParOf" srcId="{9CE000CA-C1F4-4537-A87E-EC6D0E889268}" destId="{876A2AB0-2923-4EDB-BACE-6BACACFF9938}" srcOrd="0" destOrd="0" presId="urn:microsoft.com/office/officeart/2008/layout/LinedList"/>
    <dgm:cxn modelId="{21225862-57DB-4663-AA97-99DFA98E3245}" type="presParOf" srcId="{9CE000CA-C1F4-4537-A87E-EC6D0E889268}" destId="{DEDA2C7B-4029-4897-92B6-4BE834443331}" srcOrd="1" destOrd="0" presId="urn:microsoft.com/office/officeart/2008/layout/LinedList"/>
    <dgm:cxn modelId="{163ACB2F-1E36-43CE-B786-1BFD06F0AC9C}" type="presParOf" srcId="{1D86F3E7-6DF7-44DD-8F50-8551111E94FF}" destId="{EE859D82-7C13-4A61-A621-4EA3630C1230}" srcOrd="2" destOrd="0" presId="urn:microsoft.com/office/officeart/2008/layout/LinedList"/>
    <dgm:cxn modelId="{CCD19486-1B83-448F-B62D-EBED1F60A3C0}" type="presParOf" srcId="{1D86F3E7-6DF7-44DD-8F50-8551111E94FF}" destId="{D10844A8-685F-43BF-A04D-7E363CED7BD9}" srcOrd="3" destOrd="0" presId="urn:microsoft.com/office/officeart/2008/layout/LinedList"/>
    <dgm:cxn modelId="{67B64868-0DCC-43DB-AE5E-01159E5274A1}" type="presParOf" srcId="{D10844A8-685F-43BF-A04D-7E363CED7BD9}" destId="{7A76E425-3722-4BFB-B3A4-99FE2330F517}" srcOrd="0" destOrd="0" presId="urn:microsoft.com/office/officeart/2008/layout/LinedList"/>
    <dgm:cxn modelId="{3DB9C560-C2DD-4905-88F6-593CB4C97AAA}" type="presParOf" srcId="{D10844A8-685F-43BF-A04D-7E363CED7BD9}" destId="{27F6F14C-D534-410A-A7C8-12546851CAC8}" srcOrd="1" destOrd="0" presId="urn:microsoft.com/office/officeart/2008/layout/LinedList"/>
    <dgm:cxn modelId="{236C9CA1-7000-4A93-9853-3D8F0D65A2F7}" type="presParOf" srcId="{1D86F3E7-6DF7-44DD-8F50-8551111E94FF}" destId="{C616AA76-EDDE-48DA-93AC-F838B68030F2}" srcOrd="4" destOrd="0" presId="urn:microsoft.com/office/officeart/2008/layout/LinedList"/>
    <dgm:cxn modelId="{9F094D6A-7BCD-4313-AC1C-712B26869AC5}" type="presParOf" srcId="{1D86F3E7-6DF7-44DD-8F50-8551111E94FF}" destId="{BAFCFFAD-203F-49FE-842E-20E28DA57459}" srcOrd="5" destOrd="0" presId="urn:microsoft.com/office/officeart/2008/layout/LinedList"/>
    <dgm:cxn modelId="{AAAA797A-F97B-4891-801E-27A53459F081}" type="presParOf" srcId="{BAFCFFAD-203F-49FE-842E-20E28DA57459}" destId="{F6E26C82-CBDB-4DB3-ACF0-2A998562FF64}" srcOrd="0" destOrd="0" presId="urn:microsoft.com/office/officeart/2008/layout/LinedList"/>
    <dgm:cxn modelId="{7178E82D-E8E1-44AB-BC16-A647D534AE9A}" type="presParOf" srcId="{BAFCFFAD-203F-49FE-842E-20E28DA57459}" destId="{B2D66D1F-E575-406E-BB0D-05B6222B9BD4}" srcOrd="1" destOrd="0" presId="urn:microsoft.com/office/officeart/2008/layout/LinedList"/>
    <dgm:cxn modelId="{D4BC4F9E-3D20-4CF0-BA78-280FFF33E9E9}" type="presParOf" srcId="{1D86F3E7-6DF7-44DD-8F50-8551111E94FF}" destId="{ECA6CEB8-33EE-4DD9-9C56-DA084C9A3267}" srcOrd="6" destOrd="0" presId="urn:microsoft.com/office/officeart/2008/layout/LinedList"/>
    <dgm:cxn modelId="{28E14931-2F2C-4ECC-A7C3-720208CDDB7F}" type="presParOf" srcId="{1D86F3E7-6DF7-44DD-8F50-8551111E94FF}" destId="{3481AB7F-D63B-4EA5-B506-E8F83CB85E32}" srcOrd="7" destOrd="0" presId="urn:microsoft.com/office/officeart/2008/layout/LinedList"/>
    <dgm:cxn modelId="{1C2D05AA-B7EE-41CF-831E-5A1C0003A8ED}" type="presParOf" srcId="{3481AB7F-D63B-4EA5-B506-E8F83CB85E32}" destId="{B0676FCD-F479-4F16-AD33-3CC9484ED500}" srcOrd="0" destOrd="0" presId="urn:microsoft.com/office/officeart/2008/layout/LinedList"/>
    <dgm:cxn modelId="{0B4BBF2C-7452-4F76-9B90-116A5042E9A2}" type="presParOf" srcId="{3481AB7F-D63B-4EA5-B506-E8F83CB85E32}" destId="{0830DD64-B637-4BAC-923A-70CD0344D7F2}" srcOrd="1" destOrd="0" presId="urn:microsoft.com/office/officeart/2008/layout/LinedList"/>
    <dgm:cxn modelId="{DBE440EB-33DD-436A-BFCD-A1AE2D11132E}" type="presParOf" srcId="{1D86F3E7-6DF7-44DD-8F50-8551111E94FF}" destId="{BE97185E-A01C-4073-917B-2A98E0D03C83}" srcOrd="8" destOrd="0" presId="urn:microsoft.com/office/officeart/2008/layout/LinedList"/>
    <dgm:cxn modelId="{220CE0F4-A9D4-4DB1-84A4-0172EEDF252C}" type="presParOf" srcId="{1D86F3E7-6DF7-44DD-8F50-8551111E94FF}" destId="{D347B7A1-3CB2-411C-AD09-75D70017D4D0}" srcOrd="9" destOrd="0" presId="urn:microsoft.com/office/officeart/2008/layout/LinedList"/>
    <dgm:cxn modelId="{5112E3D7-E872-4C3F-B0D0-BD6E50B201F7}" type="presParOf" srcId="{D347B7A1-3CB2-411C-AD09-75D70017D4D0}" destId="{F373410D-3DDB-4D05-B00D-D80D3D4D14DD}" srcOrd="0" destOrd="0" presId="urn:microsoft.com/office/officeart/2008/layout/LinedList"/>
    <dgm:cxn modelId="{B1092FA9-9A19-41CE-837E-A12D686E3218}" type="presParOf" srcId="{D347B7A1-3CB2-411C-AD09-75D70017D4D0}" destId="{A16F47F7-16FA-492C-A902-7CF1DCD5567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33B109C-8A3B-4EA2-B660-CA160C81090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85FC60A-7514-4858-A44D-7596E19564F7}">
      <dgm:prSet custT="1"/>
      <dgm:spPr/>
      <dgm:t>
        <a:bodyPr anchor="ctr"/>
        <a:lstStyle/>
        <a:p>
          <a:r>
            <a:rPr lang="en-US" sz="2400" dirty="0"/>
            <a:t>A </a:t>
          </a:r>
          <a:r>
            <a:rPr lang="en-US" sz="2400" b="1" dirty="0"/>
            <a:t>One-to-One (1:1) relationship</a:t>
          </a:r>
          <a:r>
            <a:rPr lang="en-US" sz="2400" dirty="0"/>
            <a:t> is used when each value in a column of </a:t>
          </a:r>
          <a:r>
            <a:rPr lang="en-US" sz="2400" b="1" dirty="0"/>
            <a:t>Table A</a:t>
          </a:r>
          <a:r>
            <a:rPr lang="en-US" sz="2400" dirty="0"/>
            <a:t> matches exactly one value in a column of </a:t>
          </a:r>
          <a:r>
            <a:rPr lang="en-US" sz="2400" b="1" dirty="0"/>
            <a:t>Table B</a:t>
          </a:r>
          <a:r>
            <a:rPr lang="en-US" sz="2400" dirty="0"/>
            <a:t> and vice versa. </a:t>
          </a:r>
        </a:p>
      </dgm:t>
    </dgm:pt>
    <dgm:pt modelId="{ACADC5D0-D47D-4304-A51A-8761698DC2C9}" type="parTrans" cxnId="{1E7B3420-0B96-4BD8-BD64-174D67D237B7}">
      <dgm:prSet/>
      <dgm:spPr/>
      <dgm:t>
        <a:bodyPr/>
        <a:lstStyle/>
        <a:p>
          <a:endParaRPr lang="en-US" sz="1400"/>
        </a:p>
      </dgm:t>
    </dgm:pt>
    <dgm:pt modelId="{112AD554-78C0-427F-B2DF-4B54B079A6E6}" type="sibTrans" cxnId="{1E7B3420-0B96-4BD8-BD64-174D67D237B7}">
      <dgm:prSet/>
      <dgm:spPr/>
      <dgm:t>
        <a:bodyPr/>
        <a:lstStyle/>
        <a:p>
          <a:endParaRPr lang="en-US" sz="1400"/>
        </a:p>
      </dgm:t>
    </dgm:pt>
    <dgm:pt modelId="{DB943227-8C3A-4CC2-9196-1537BC7E2B96}">
      <dgm:prSet custT="1"/>
      <dgm:spPr/>
      <dgm:t>
        <a:bodyPr anchor="ctr"/>
        <a:lstStyle/>
        <a:p>
          <a:r>
            <a:rPr lang="en-US" sz="2400" dirty="0"/>
            <a:t>It is less common in Power BI because, usually, data modeling benefits from </a:t>
          </a:r>
          <a:r>
            <a:rPr lang="en-US" sz="2400" b="1" dirty="0"/>
            <a:t>One-to-Many (1:M)</a:t>
          </a:r>
          <a:r>
            <a:rPr lang="en-US" sz="2400" dirty="0"/>
            <a:t> relationships. However, </a:t>
          </a:r>
          <a:r>
            <a:rPr lang="en-US" sz="2000" b="1" dirty="0"/>
            <a:t>One-to-One</a:t>
          </a:r>
          <a:r>
            <a:rPr lang="en-US" sz="2400" dirty="0"/>
            <a:t> can be useful in specific cases.</a:t>
          </a:r>
        </a:p>
      </dgm:t>
    </dgm:pt>
    <dgm:pt modelId="{7D0645C7-5F5D-460C-8140-25568B739762}" type="parTrans" cxnId="{AA92A37B-5EBD-45E0-9D81-69413EA2281B}">
      <dgm:prSet/>
      <dgm:spPr/>
      <dgm:t>
        <a:bodyPr/>
        <a:lstStyle/>
        <a:p>
          <a:endParaRPr lang="en-US" sz="1400"/>
        </a:p>
      </dgm:t>
    </dgm:pt>
    <dgm:pt modelId="{E8BB4BEA-BE5B-47B9-9335-F2532B2521CA}" type="sibTrans" cxnId="{AA92A37B-5EBD-45E0-9D81-69413EA2281B}">
      <dgm:prSet/>
      <dgm:spPr/>
      <dgm:t>
        <a:bodyPr/>
        <a:lstStyle/>
        <a:p>
          <a:endParaRPr lang="en-US" sz="1400"/>
        </a:p>
      </dgm:t>
    </dgm:pt>
    <dgm:pt modelId="{3B2B1DD3-0A58-497F-BB7E-ED8F7A5C3792}" type="pres">
      <dgm:prSet presAssocID="{233B109C-8A3B-4EA2-B660-CA160C810903}" presName="vert0" presStyleCnt="0">
        <dgm:presLayoutVars>
          <dgm:dir/>
          <dgm:animOne val="branch"/>
          <dgm:animLvl val="lvl"/>
        </dgm:presLayoutVars>
      </dgm:prSet>
      <dgm:spPr/>
    </dgm:pt>
    <dgm:pt modelId="{1B1CACC4-32CA-46B8-9D16-49BC8BE2B8BA}" type="pres">
      <dgm:prSet presAssocID="{A85FC60A-7514-4858-A44D-7596E19564F7}" presName="thickLine" presStyleLbl="alignNode1" presStyleIdx="0" presStyleCnt="2"/>
      <dgm:spPr/>
    </dgm:pt>
    <dgm:pt modelId="{7B0F744B-507F-4531-B18A-051848384DE5}" type="pres">
      <dgm:prSet presAssocID="{A85FC60A-7514-4858-A44D-7596E19564F7}" presName="horz1" presStyleCnt="0"/>
      <dgm:spPr/>
    </dgm:pt>
    <dgm:pt modelId="{CFE71BF6-9E8E-408E-A7EF-2EF23F146ECA}" type="pres">
      <dgm:prSet presAssocID="{A85FC60A-7514-4858-A44D-7596E19564F7}" presName="tx1" presStyleLbl="revTx" presStyleIdx="0" presStyleCnt="2"/>
      <dgm:spPr/>
    </dgm:pt>
    <dgm:pt modelId="{27BF86D2-1B08-4BCD-9FED-2F82E6C0EAC3}" type="pres">
      <dgm:prSet presAssocID="{A85FC60A-7514-4858-A44D-7596E19564F7}" presName="vert1" presStyleCnt="0"/>
      <dgm:spPr/>
    </dgm:pt>
    <dgm:pt modelId="{3E24390B-7F73-4F4B-A00C-2AB93169293E}" type="pres">
      <dgm:prSet presAssocID="{DB943227-8C3A-4CC2-9196-1537BC7E2B96}" presName="thickLine" presStyleLbl="alignNode1" presStyleIdx="1" presStyleCnt="2"/>
      <dgm:spPr/>
    </dgm:pt>
    <dgm:pt modelId="{D1BD5A45-2F48-47B2-A3F6-C67D29177420}" type="pres">
      <dgm:prSet presAssocID="{DB943227-8C3A-4CC2-9196-1537BC7E2B96}" presName="horz1" presStyleCnt="0"/>
      <dgm:spPr/>
    </dgm:pt>
    <dgm:pt modelId="{7E5BF11C-4FB2-4BED-9656-7628B85E3290}" type="pres">
      <dgm:prSet presAssocID="{DB943227-8C3A-4CC2-9196-1537BC7E2B96}" presName="tx1" presStyleLbl="revTx" presStyleIdx="1" presStyleCnt="2"/>
      <dgm:spPr/>
    </dgm:pt>
    <dgm:pt modelId="{C24AA161-6062-4C8B-9DAB-E644BC31A981}" type="pres">
      <dgm:prSet presAssocID="{DB943227-8C3A-4CC2-9196-1537BC7E2B96}" presName="vert1" presStyleCnt="0"/>
      <dgm:spPr/>
    </dgm:pt>
  </dgm:ptLst>
  <dgm:cxnLst>
    <dgm:cxn modelId="{1E7B3420-0B96-4BD8-BD64-174D67D237B7}" srcId="{233B109C-8A3B-4EA2-B660-CA160C810903}" destId="{A85FC60A-7514-4858-A44D-7596E19564F7}" srcOrd="0" destOrd="0" parTransId="{ACADC5D0-D47D-4304-A51A-8761698DC2C9}" sibTransId="{112AD554-78C0-427F-B2DF-4B54B079A6E6}"/>
    <dgm:cxn modelId="{AA92A37B-5EBD-45E0-9D81-69413EA2281B}" srcId="{233B109C-8A3B-4EA2-B660-CA160C810903}" destId="{DB943227-8C3A-4CC2-9196-1537BC7E2B96}" srcOrd="1" destOrd="0" parTransId="{7D0645C7-5F5D-460C-8140-25568B739762}" sibTransId="{E8BB4BEA-BE5B-47B9-9335-F2532B2521CA}"/>
    <dgm:cxn modelId="{30E61895-6B8D-4718-9C5E-A3C7EF69B7D1}" type="presOf" srcId="{233B109C-8A3B-4EA2-B660-CA160C810903}" destId="{3B2B1DD3-0A58-497F-BB7E-ED8F7A5C3792}" srcOrd="0" destOrd="0" presId="urn:microsoft.com/office/officeart/2008/layout/LinedList"/>
    <dgm:cxn modelId="{CB71069E-B3C5-4676-8943-7122DCE201D7}" type="presOf" srcId="{A85FC60A-7514-4858-A44D-7596E19564F7}" destId="{CFE71BF6-9E8E-408E-A7EF-2EF23F146ECA}" srcOrd="0" destOrd="0" presId="urn:microsoft.com/office/officeart/2008/layout/LinedList"/>
    <dgm:cxn modelId="{C43D33BB-309D-4D0A-B985-90AE5B8108C1}" type="presOf" srcId="{DB943227-8C3A-4CC2-9196-1537BC7E2B96}" destId="{7E5BF11C-4FB2-4BED-9656-7628B85E3290}" srcOrd="0" destOrd="0" presId="urn:microsoft.com/office/officeart/2008/layout/LinedList"/>
    <dgm:cxn modelId="{D5E3B5A0-46EC-4F3D-9335-BA95DA1E8613}" type="presParOf" srcId="{3B2B1DD3-0A58-497F-BB7E-ED8F7A5C3792}" destId="{1B1CACC4-32CA-46B8-9D16-49BC8BE2B8BA}" srcOrd="0" destOrd="0" presId="urn:microsoft.com/office/officeart/2008/layout/LinedList"/>
    <dgm:cxn modelId="{3A2B8E34-9127-4FD7-9AF1-EED2B49842A2}" type="presParOf" srcId="{3B2B1DD3-0A58-497F-BB7E-ED8F7A5C3792}" destId="{7B0F744B-507F-4531-B18A-051848384DE5}" srcOrd="1" destOrd="0" presId="urn:microsoft.com/office/officeart/2008/layout/LinedList"/>
    <dgm:cxn modelId="{495E55EC-AC69-4D38-AE14-B57BD18F6817}" type="presParOf" srcId="{7B0F744B-507F-4531-B18A-051848384DE5}" destId="{CFE71BF6-9E8E-408E-A7EF-2EF23F146ECA}" srcOrd="0" destOrd="0" presId="urn:microsoft.com/office/officeart/2008/layout/LinedList"/>
    <dgm:cxn modelId="{EC1B68F0-7181-4F4E-BB05-F33CE95225D6}" type="presParOf" srcId="{7B0F744B-507F-4531-B18A-051848384DE5}" destId="{27BF86D2-1B08-4BCD-9FED-2F82E6C0EAC3}" srcOrd="1" destOrd="0" presId="urn:microsoft.com/office/officeart/2008/layout/LinedList"/>
    <dgm:cxn modelId="{CF078591-B5A2-4FE6-806B-D0BE9E85A09F}" type="presParOf" srcId="{3B2B1DD3-0A58-497F-BB7E-ED8F7A5C3792}" destId="{3E24390B-7F73-4F4B-A00C-2AB93169293E}" srcOrd="2" destOrd="0" presId="urn:microsoft.com/office/officeart/2008/layout/LinedList"/>
    <dgm:cxn modelId="{6B8BF19E-6862-4EB6-B0CB-0A5D5C07FAE6}" type="presParOf" srcId="{3B2B1DD3-0A58-497F-BB7E-ED8F7A5C3792}" destId="{D1BD5A45-2F48-47B2-A3F6-C67D29177420}" srcOrd="3" destOrd="0" presId="urn:microsoft.com/office/officeart/2008/layout/LinedList"/>
    <dgm:cxn modelId="{9F05C0C4-1F54-4737-AB54-C112C88C4C5F}" type="presParOf" srcId="{D1BD5A45-2F48-47B2-A3F6-C67D29177420}" destId="{7E5BF11C-4FB2-4BED-9656-7628B85E3290}" srcOrd="0" destOrd="0" presId="urn:microsoft.com/office/officeart/2008/layout/LinedList"/>
    <dgm:cxn modelId="{40BA3C97-0704-41C4-9CC3-74E9C87F8F55}" type="presParOf" srcId="{D1BD5A45-2F48-47B2-A3F6-C67D29177420}" destId="{C24AA161-6062-4C8B-9DAB-E644BC31A98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E84A8AE-BB08-4DD2-90F0-CDB3770A675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C1F40FB-6B93-4CDC-A2F3-B762B2DE142A}">
      <dgm:prSet custT="1"/>
      <dgm:spPr/>
      <dgm:t>
        <a:bodyPr anchor="ctr"/>
        <a:lstStyle/>
        <a:p>
          <a:pPr algn="l"/>
          <a:r>
            <a:rPr lang="en-US" sz="1800" b="1" dirty="0"/>
            <a:t>Security &amp; Data Separation:</a:t>
          </a:r>
          <a:endParaRPr lang="en-US" sz="1800" dirty="0"/>
        </a:p>
      </dgm:t>
    </dgm:pt>
    <dgm:pt modelId="{23839F25-34FB-4519-8B4A-42DFF359DA9B}" type="parTrans" cxnId="{F3682D41-A46C-4B58-AE7F-66B7EA549801}">
      <dgm:prSet/>
      <dgm:spPr/>
      <dgm:t>
        <a:bodyPr/>
        <a:lstStyle/>
        <a:p>
          <a:endParaRPr lang="en-US"/>
        </a:p>
      </dgm:t>
    </dgm:pt>
    <dgm:pt modelId="{7F6D603F-B563-48A0-A68B-19237BE75380}" type="sibTrans" cxnId="{F3682D41-A46C-4B58-AE7F-66B7EA549801}">
      <dgm:prSet/>
      <dgm:spPr/>
      <dgm:t>
        <a:bodyPr/>
        <a:lstStyle/>
        <a:p>
          <a:endParaRPr lang="en-US"/>
        </a:p>
      </dgm:t>
    </dgm:pt>
    <dgm:pt modelId="{6816B52B-6A4C-4F4B-B4F8-B024347C1A55}">
      <dgm:prSet/>
      <dgm:spPr/>
      <dgm:t>
        <a:bodyPr anchor="ctr"/>
        <a:lstStyle/>
        <a:p>
          <a:r>
            <a:rPr lang="en-US" dirty="0"/>
            <a:t>If salary data is confidential, it can be stored in a separate table with restricted access.</a:t>
          </a:r>
        </a:p>
      </dgm:t>
    </dgm:pt>
    <dgm:pt modelId="{76E789DB-404B-4C68-A54B-E15C51840E27}" type="parTrans" cxnId="{CD17BE1F-16CA-4304-8276-1D6A9686217C}">
      <dgm:prSet/>
      <dgm:spPr/>
      <dgm:t>
        <a:bodyPr/>
        <a:lstStyle/>
        <a:p>
          <a:endParaRPr lang="en-US"/>
        </a:p>
      </dgm:t>
    </dgm:pt>
    <dgm:pt modelId="{BC284588-7D0F-4E5F-A9A1-AEDD69B12981}" type="sibTrans" cxnId="{CD17BE1F-16CA-4304-8276-1D6A9686217C}">
      <dgm:prSet/>
      <dgm:spPr/>
      <dgm:t>
        <a:bodyPr/>
        <a:lstStyle/>
        <a:p>
          <a:endParaRPr lang="en-US"/>
        </a:p>
      </dgm:t>
    </dgm:pt>
    <dgm:pt modelId="{70643462-7168-40D7-AB9E-9CE752F84EC4}">
      <dgm:prSet custT="1"/>
      <dgm:spPr/>
      <dgm:t>
        <a:bodyPr anchor="ctr"/>
        <a:lstStyle/>
        <a:p>
          <a:pPr algn="l"/>
          <a:r>
            <a:rPr lang="en-US" sz="1800" b="1" dirty="0"/>
            <a:t>Better Performance &amp; Data Organization:</a:t>
          </a:r>
          <a:endParaRPr lang="en-US" sz="1800" dirty="0"/>
        </a:p>
      </dgm:t>
    </dgm:pt>
    <dgm:pt modelId="{91162C11-4059-42A3-B7BD-0DFBA82DA749}" type="parTrans" cxnId="{AD796C67-D047-4AE2-81EE-32AEB94C3A3C}">
      <dgm:prSet/>
      <dgm:spPr/>
      <dgm:t>
        <a:bodyPr/>
        <a:lstStyle/>
        <a:p>
          <a:endParaRPr lang="en-US"/>
        </a:p>
      </dgm:t>
    </dgm:pt>
    <dgm:pt modelId="{357E03DF-153A-4122-91CA-7B6102A69822}" type="sibTrans" cxnId="{AD796C67-D047-4AE2-81EE-32AEB94C3A3C}">
      <dgm:prSet/>
      <dgm:spPr/>
      <dgm:t>
        <a:bodyPr/>
        <a:lstStyle/>
        <a:p>
          <a:endParaRPr lang="en-US"/>
        </a:p>
      </dgm:t>
    </dgm:pt>
    <dgm:pt modelId="{184210C6-5F32-45AE-8598-A4FC1D78B823}">
      <dgm:prSet/>
      <dgm:spPr/>
      <dgm:t>
        <a:bodyPr anchor="ctr"/>
        <a:lstStyle/>
        <a:p>
          <a:r>
            <a:rPr lang="en-US" dirty="0"/>
            <a:t>Splitting large tables can improve Power BI performance.</a:t>
          </a:r>
        </a:p>
      </dgm:t>
    </dgm:pt>
    <dgm:pt modelId="{DC85CF71-A764-416E-951A-DC00A3F25626}" type="parTrans" cxnId="{6AAFBB84-4B10-49F7-85E6-29AF149DBE07}">
      <dgm:prSet/>
      <dgm:spPr/>
      <dgm:t>
        <a:bodyPr/>
        <a:lstStyle/>
        <a:p>
          <a:endParaRPr lang="en-US"/>
        </a:p>
      </dgm:t>
    </dgm:pt>
    <dgm:pt modelId="{133C0254-2450-472F-BC6D-1821020DA178}" type="sibTrans" cxnId="{6AAFBB84-4B10-49F7-85E6-29AF149DBE07}">
      <dgm:prSet/>
      <dgm:spPr/>
      <dgm:t>
        <a:bodyPr/>
        <a:lstStyle/>
        <a:p>
          <a:endParaRPr lang="en-US"/>
        </a:p>
      </dgm:t>
    </dgm:pt>
    <dgm:pt modelId="{74A5145E-7167-457D-86A2-A191FA083885}">
      <dgm:prSet/>
      <dgm:spPr/>
      <dgm:t>
        <a:bodyPr anchor="ctr"/>
        <a:lstStyle/>
        <a:p>
          <a:r>
            <a:rPr lang="en-US" dirty="0"/>
            <a:t>Keeping sensitive information separate makes queries faster.</a:t>
          </a:r>
        </a:p>
      </dgm:t>
    </dgm:pt>
    <dgm:pt modelId="{7A936390-686C-4492-A4FA-FA4780DC28C0}" type="parTrans" cxnId="{4A0FD743-E57E-4BBA-9318-53B3ECB670DB}">
      <dgm:prSet/>
      <dgm:spPr/>
      <dgm:t>
        <a:bodyPr/>
        <a:lstStyle/>
        <a:p>
          <a:endParaRPr lang="en-US"/>
        </a:p>
      </dgm:t>
    </dgm:pt>
    <dgm:pt modelId="{98CF03FE-7BEC-404B-87EB-A8749C63FD36}" type="sibTrans" cxnId="{4A0FD743-E57E-4BBA-9318-53B3ECB670DB}">
      <dgm:prSet/>
      <dgm:spPr/>
      <dgm:t>
        <a:bodyPr/>
        <a:lstStyle/>
        <a:p>
          <a:endParaRPr lang="en-US"/>
        </a:p>
      </dgm:t>
    </dgm:pt>
    <dgm:pt modelId="{1F7BBAC7-ABBB-40A7-BA37-BDE4E24DB4BF}">
      <dgm:prSet custT="1"/>
      <dgm:spPr/>
      <dgm:t>
        <a:bodyPr anchor="ctr"/>
        <a:lstStyle/>
        <a:p>
          <a:pPr algn="l"/>
          <a:r>
            <a:rPr lang="en-US" sz="1800" b="1"/>
            <a:t>Avoiding Unnecessary Data Duplication:</a:t>
          </a:r>
          <a:endParaRPr lang="en-US" sz="1800"/>
        </a:p>
      </dgm:t>
    </dgm:pt>
    <dgm:pt modelId="{9F670050-7A51-41EA-81E8-CF2DD5B2880E}" type="parTrans" cxnId="{77CB86E9-7159-4838-B21A-71B77C79C951}">
      <dgm:prSet/>
      <dgm:spPr/>
      <dgm:t>
        <a:bodyPr/>
        <a:lstStyle/>
        <a:p>
          <a:endParaRPr lang="en-US"/>
        </a:p>
      </dgm:t>
    </dgm:pt>
    <dgm:pt modelId="{33126D14-7923-476E-B57A-9B4FC8803DC6}" type="sibTrans" cxnId="{77CB86E9-7159-4838-B21A-71B77C79C951}">
      <dgm:prSet/>
      <dgm:spPr/>
      <dgm:t>
        <a:bodyPr/>
        <a:lstStyle/>
        <a:p>
          <a:endParaRPr lang="en-US"/>
        </a:p>
      </dgm:t>
    </dgm:pt>
    <dgm:pt modelId="{5BE887AD-CBFF-40A3-B8E4-11046E517352}">
      <dgm:prSet/>
      <dgm:spPr/>
      <dgm:t>
        <a:bodyPr anchor="ctr"/>
        <a:lstStyle/>
        <a:p>
          <a:r>
            <a:rPr lang="en-US" dirty="0"/>
            <a:t>If all fields were combined in one table, it could make data management complex.</a:t>
          </a:r>
        </a:p>
      </dgm:t>
    </dgm:pt>
    <dgm:pt modelId="{C87BA987-999F-413F-A565-D882F7AA55FA}" type="parTrans" cxnId="{0C83E4CC-BDA1-4F47-9731-5FE7CB16D8E1}">
      <dgm:prSet/>
      <dgm:spPr/>
      <dgm:t>
        <a:bodyPr/>
        <a:lstStyle/>
        <a:p>
          <a:endParaRPr lang="en-US"/>
        </a:p>
      </dgm:t>
    </dgm:pt>
    <dgm:pt modelId="{EAB2684C-C84E-48FF-86DD-5B628F57C4F0}" type="sibTrans" cxnId="{0C83E4CC-BDA1-4F47-9731-5FE7CB16D8E1}">
      <dgm:prSet/>
      <dgm:spPr/>
      <dgm:t>
        <a:bodyPr/>
        <a:lstStyle/>
        <a:p>
          <a:endParaRPr lang="en-US"/>
        </a:p>
      </dgm:t>
    </dgm:pt>
    <dgm:pt modelId="{779C2D9A-2323-4331-AD8F-4467DE62480C}">
      <dgm:prSet/>
      <dgm:spPr/>
      <dgm:t>
        <a:bodyPr anchor="ctr"/>
        <a:lstStyle/>
        <a:p>
          <a:r>
            <a:rPr lang="en-US" dirty="0"/>
            <a:t>A One-to-One relation allows Power BI to retrieve salary data only when needed.</a:t>
          </a:r>
        </a:p>
      </dgm:t>
    </dgm:pt>
    <dgm:pt modelId="{4E61DBE4-160D-4B29-A75B-66AE995EBF93}" type="parTrans" cxnId="{6D805B86-B693-46B3-891F-3D14E9B728C2}">
      <dgm:prSet/>
      <dgm:spPr/>
      <dgm:t>
        <a:bodyPr/>
        <a:lstStyle/>
        <a:p>
          <a:endParaRPr lang="en-US"/>
        </a:p>
      </dgm:t>
    </dgm:pt>
    <dgm:pt modelId="{19EDA25F-AF17-443F-BFB0-30EE4046A6AD}" type="sibTrans" cxnId="{6D805B86-B693-46B3-891F-3D14E9B728C2}">
      <dgm:prSet/>
      <dgm:spPr/>
      <dgm:t>
        <a:bodyPr/>
        <a:lstStyle/>
        <a:p>
          <a:endParaRPr lang="en-US"/>
        </a:p>
      </dgm:t>
    </dgm:pt>
    <dgm:pt modelId="{B39AB254-1A31-41C4-97F8-1836E315BA16}" type="pres">
      <dgm:prSet presAssocID="{3E84A8AE-BB08-4DD2-90F0-CDB3770A675E}" presName="vert0" presStyleCnt="0">
        <dgm:presLayoutVars>
          <dgm:dir/>
          <dgm:animOne val="branch"/>
          <dgm:animLvl val="lvl"/>
        </dgm:presLayoutVars>
      </dgm:prSet>
      <dgm:spPr/>
    </dgm:pt>
    <dgm:pt modelId="{78EC74AF-3E68-4042-9F20-FB13A8BF54AD}" type="pres">
      <dgm:prSet presAssocID="{FC1F40FB-6B93-4CDC-A2F3-B762B2DE142A}" presName="thickLine" presStyleLbl="alignNode1" presStyleIdx="0" presStyleCnt="3"/>
      <dgm:spPr/>
    </dgm:pt>
    <dgm:pt modelId="{C4F30C3B-2CB6-41E5-9AD0-4CCEE29E3195}" type="pres">
      <dgm:prSet presAssocID="{FC1F40FB-6B93-4CDC-A2F3-B762B2DE142A}" presName="horz1" presStyleCnt="0"/>
      <dgm:spPr/>
    </dgm:pt>
    <dgm:pt modelId="{380B93BB-87BD-4475-BE3F-44BBC5AA12A3}" type="pres">
      <dgm:prSet presAssocID="{FC1F40FB-6B93-4CDC-A2F3-B762B2DE142A}" presName="tx1" presStyleLbl="revTx" presStyleIdx="0" presStyleCnt="8"/>
      <dgm:spPr/>
    </dgm:pt>
    <dgm:pt modelId="{10587C48-C587-403C-B59B-2C57EDCCADA0}" type="pres">
      <dgm:prSet presAssocID="{FC1F40FB-6B93-4CDC-A2F3-B762B2DE142A}" presName="vert1" presStyleCnt="0"/>
      <dgm:spPr/>
    </dgm:pt>
    <dgm:pt modelId="{BB651C5A-1F12-45D2-A46A-58689F51FB94}" type="pres">
      <dgm:prSet presAssocID="{6816B52B-6A4C-4F4B-B4F8-B024347C1A55}" presName="vertSpace2a" presStyleCnt="0"/>
      <dgm:spPr/>
    </dgm:pt>
    <dgm:pt modelId="{9BBC065F-808F-4562-A876-105AFDE77787}" type="pres">
      <dgm:prSet presAssocID="{6816B52B-6A4C-4F4B-B4F8-B024347C1A55}" presName="horz2" presStyleCnt="0"/>
      <dgm:spPr/>
    </dgm:pt>
    <dgm:pt modelId="{9D08411F-DDBB-4110-9482-05636F29A625}" type="pres">
      <dgm:prSet presAssocID="{6816B52B-6A4C-4F4B-B4F8-B024347C1A55}" presName="horzSpace2" presStyleCnt="0"/>
      <dgm:spPr/>
    </dgm:pt>
    <dgm:pt modelId="{D191405F-CF4F-4810-B872-A2987A61D6C1}" type="pres">
      <dgm:prSet presAssocID="{6816B52B-6A4C-4F4B-B4F8-B024347C1A55}" presName="tx2" presStyleLbl="revTx" presStyleIdx="1" presStyleCnt="8"/>
      <dgm:spPr/>
    </dgm:pt>
    <dgm:pt modelId="{C30C631C-3BF4-4D20-9818-2DE733FF85F8}" type="pres">
      <dgm:prSet presAssocID="{6816B52B-6A4C-4F4B-B4F8-B024347C1A55}" presName="vert2" presStyleCnt="0"/>
      <dgm:spPr/>
    </dgm:pt>
    <dgm:pt modelId="{14218B20-A6B4-41BA-9DEF-2FAAB490DA1C}" type="pres">
      <dgm:prSet presAssocID="{6816B52B-6A4C-4F4B-B4F8-B024347C1A55}" presName="thinLine2b" presStyleLbl="callout" presStyleIdx="0" presStyleCnt="5"/>
      <dgm:spPr/>
    </dgm:pt>
    <dgm:pt modelId="{77BA3A3E-0788-4EE4-AFA1-31E9ED1CFCAF}" type="pres">
      <dgm:prSet presAssocID="{6816B52B-6A4C-4F4B-B4F8-B024347C1A55}" presName="vertSpace2b" presStyleCnt="0"/>
      <dgm:spPr/>
    </dgm:pt>
    <dgm:pt modelId="{9AC10F1C-5773-42AC-BC04-070830ABF42B}" type="pres">
      <dgm:prSet presAssocID="{70643462-7168-40D7-AB9E-9CE752F84EC4}" presName="thickLine" presStyleLbl="alignNode1" presStyleIdx="1" presStyleCnt="3"/>
      <dgm:spPr/>
    </dgm:pt>
    <dgm:pt modelId="{F93F0D82-D8D1-4761-B6D9-93C772A78543}" type="pres">
      <dgm:prSet presAssocID="{70643462-7168-40D7-AB9E-9CE752F84EC4}" presName="horz1" presStyleCnt="0"/>
      <dgm:spPr/>
    </dgm:pt>
    <dgm:pt modelId="{6498C99E-A245-4322-AE7F-60A66656817D}" type="pres">
      <dgm:prSet presAssocID="{70643462-7168-40D7-AB9E-9CE752F84EC4}" presName="tx1" presStyleLbl="revTx" presStyleIdx="2" presStyleCnt="8"/>
      <dgm:spPr/>
    </dgm:pt>
    <dgm:pt modelId="{C88AFC40-50AD-4E07-93D8-7073CD7B8395}" type="pres">
      <dgm:prSet presAssocID="{70643462-7168-40D7-AB9E-9CE752F84EC4}" presName="vert1" presStyleCnt="0"/>
      <dgm:spPr/>
    </dgm:pt>
    <dgm:pt modelId="{F09CF23E-8BDD-47B2-A2D1-394BB58FE2C3}" type="pres">
      <dgm:prSet presAssocID="{184210C6-5F32-45AE-8598-A4FC1D78B823}" presName="vertSpace2a" presStyleCnt="0"/>
      <dgm:spPr/>
    </dgm:pt>
    <dgm:pt modelId="{576FD2E8-1A36-4278-804E-2ACCDB3CEAE1}" type="pres">
      <dgm:prSet presAssocID="{184210C6-5F32-45AE-8598-A4FC1D78B823}" presName="horz2" presStyleCnt="0"/>
      <dgm:spPr/>
    </dgm:pt>
    <dgm:pt modelId="{0546E238-8CC7-4B2F-9E93-44DE9314060A}" type="pres">
      <dgm:prSet presAssocID="{184210C6-5F32-45AE-8598-A4FC1D78B823}" presName="horzSpace2" presStyleCnt="0"/>
      <dgm:spPr/>
    </dgm:pt>
    <dgm:pt modelId="{ABC5B37A-F983-4161-880C-0E209E43829E}" type="pres">
      <dgm:prSet presAssocID="{184210C6-5F32-45AE-8598-A4FC1D78B823}" presName="tx2" presStyleLbl="revTx" presStyleIdx="3" presStyleCnt="8"/>
      <dgm:spPr/>
    </dgm:pt>
    <dgm:pt modelId="{4AAAA85F-08D1-4E88-BC4C-192976C72522}" type="pres">
      <dgm:prSet presAssocID="{184210C6-5F32-45AE-8598-A4FC1D78B823}" presName="vert2" presStyleCnt="0"/>
      <dgm:spPr/>
    </dgm:pt>
    <dgm:pt modelId="{58DE805B-11DF-4198-8C96-9FD613C8FFAD}" type="pres">
      <dgm:prSet presAssocID="{184210C6-5F32-45AE-8598-A4FC1D78B823}" presName="thinLine2b" presStyleLbl="callout" presStyleIdx="1" presStyleCnt="5"/>
      <dgm:spPr/>
    </dgm:pt>
    <dgm:pt modelId="{516C0E95-B658-4F81-AFCA-DB9DA42502FA}" type="pres">
      <dgm:prSet presAssocID="{184210C6-5F32-45AE-8598-A4FC1D78B823}" presName="vertSpace2b" presStyleCnt="0"/>
      <dgm:spPr/>
    </dgm:pt>
    <dgm:pt modelId="{94A9D668-2850-4DAD-B674-8143F9F54AC8}" type="pres">
      <dgm:prSet presAssocID="{74A5145E-7167-457D-86A2-A191FA083885}" presName="horz2" presStyleCnt="0"/>
      <dgm:spPr/>
    </dgm:pt>
    <dgm:pt modelId="{9DA003E5-3B4F-4080-8ACC-8DB73B40DFF5}" type="pres">
      <dgm:prSet presAssocID="{74A5145E-7167-457D-86A2-A191FA083885}" presName="horzSpace2" presStyleCnt="0"/>
      <dgm:spPr/>
    </dgm:pt>
    <dgm:pt modelId="{CD4AC724-3C00-4B0F-9A19-1B51A3BE2A93}" type="pres">
      <dgm:prSet presAssocID="{74A5145E-7167-457D-86A2-A191FA083885}" presName="tx2" presStyleLbl="revTx" presStyleIdx="4" presStyleCnt="8"/>
      <dgm:spPr/>
    </dgm:pt>
    <dgm:pt modelId="{D892D5EB-19BA-4AEB-B805-203779500121}" type="pres">
      <dgm:prSet presAssocID="{74A5145E-7167-457D-86A2-A191FA083885}" presName="vert2" presStyleCnt="0"/>
      <dgm:spPr/>
    </dgm:pt>
    <dgm:pt modelId="{FEB82EA5-BBF0-4736-AA2F-EAB482EAA760}" type="pres">
      <dgm:prSet presAssocID="{74A5145E-7167-457D-86A2-A191FA083885}" presName="thinLine2b" presStyleLbl="callout" presStyleIdx="2" presStyleCnt="5"/>
      <dgm:spPr/>
    </dgm:pt>
    <dgm:pt modelId="{C7806F54-CC76-4AAF-B79B-7FD8B80D74B8}" type="pres">
      <dgm:prSet presAssocID="{74A5145E-7167-457D-86A2-A191FA083885}" presName="vertSpace2b" presStyleCnt="0"/>
      <dgm:spPr/>
    </dgm:pt>
    <dgm:pt modelId="{7FF63DFD-2264-4EF2-98C4-344604BF78CF}" type="pres">
      <dgm:prSet presAssocID="{1F7BBAC7-ABBB-40A7-BA37-BDE4E24DB4BF}" presName="thickLine" presStyleLbl="alignNode1" presStyleIdx="2" presStyleCnt="3"/>
      <dgm:spPr/>
    </dgm:pt>
    <dgm:pt modelId="{7A59E060-C7E6-4A29-AE3C-4732D096EE62}" type="pres">
      <dgm:prSet presAssocID="{1F7BBAC7-ABBB-40A7-BA37-BDE4E24DB4BF}" presName="horz1" presStyleCnt="0"/>
      <dgm:spPr/>
    </dgm:pt>
    <dgm:pt modelId="{4EFC5FEF-9086-4FF0-BBFC-B72BFFD33816}" type="pres">
      <dgm:prSet presAssocID="{1F7BBAC7-ABBB-40A7-BA37-BDE4E24DB4BF}" presName="tx1" presStyleLbl="revTx" presStyleIdx="5" presStyleCnt="8"/>
      <dgm:spPr/>
    </dgm:pt>
    <dgm:pt modelId="{8FA83EC8-B9AB-4ED3-A1BF-6813718272BB}" type="pres">
      <dgm:prSet presAssocID="{1F7BBAC7-ABBB-40A7-BA37-BDE4E24DB4BF}" presName="vert1" presStyleCnt="0"/>
      <dgm:spPr/>
    </dgm:pt>
    <dgm:pt modelId="{6F2A7115-392C-4073-AE84-6905D2DAED68}" type="pres">
      <dgm:prSet presAssocID="{5BE887AD-CBFF-40A3-B8E4-11046E517352}" presName="vertSpace2a" presStyleCnt="0"/>
      <dgm:spPr/>
    </dgm:pt>
    <dgm:pt modelId="{04651819-3A0D-4A8F-A321-8884B53DA8F1}" type="pres">
      <dgm:prSet presAssocID="{5BE887AD-CBFF-40A3-B8E4-11046E517352}" presName="horz2" presStyleCnt="0"/>
      <dgm:spPr/>
    </dgm:pt>
    <dgm:pt modelId="{ED3166CF-28C3-458F-8D2D-7A8F4D5FA064}" type="pres">
      <dgm:prSet presAssocID="{5BE887AD-CBFF-40A3-B8E4-11046E517352}" presName="horzSpace2" presStyleCnt="0"/>
      <dgm:spPr/>
    </dgm:pt>
    <dgm:pt modelId="{53DDCF21-83D0-4527-8B2B-A62A63686A5B}" type="pres">
      <dgm:prSet presAssocID="{5BE887AD-CBFF-40A3-B8E4-11046E517352}" presName="tx2" presStyleLbl="revTx" presStyleIdx="6" presStyleCnt="8"/>
      <dgm:spPr/>
    </dgm:pt>
    <dgm:pt modelId="{6A2719B4-C5D9-4989-9DA0-6A2588C7068D}" type="pres">
      <dgm:prSet presAssocID="{5BE887AD-CBFF-40A3-B8E4-11046E517352}" presName="vert2" presStyleCnt="0"/>
      <dgm:spPr/>
    </dgm:pt>
    <dgm:pt modelId="{82BC2ED6-01FF-47DF-AE59-2398A6152D27}" type="pres">
      <dgm:prSet presAssocID="{5BE887AD-CBFF-40A3-B8E4-11046E517352}" presName="thinLine2b" presStyleLbl="callout" presStyleIdx="3" presStyleCnt="5"/>
      <dgm:spPr/>
    </dgm:pt>
    <dgm:pt modelId="{33D64E74-E688-4459-9F22-27B8394E1EBE}" type="pres">
      <dgm:prSet presAssocID="{5BE887AD-CBFF-40A3-B8E4-11046E517352}" presName="vertSpace2b" presStyleCnt="0"/>
      <dgm:spPr/>
    </dgm:pt>
    <dgm:pt modelId="{0A6BF28B-546A-4702-A889-B6664AB717D4}" type="pres">
      <dgm:prSet presAssocID="{779C2D9A-2323-4331-AD8F-4467DE62480C}" presName="horz2" presStyleCnt="0"/>
      <dgm:spPr/>
    </dgm:pt>
    <dgm:pt modelId="{8E875CFE-53CA-4B13-A439-BACC36346915}" type="pres">
      <dgm:prSet presAssocID="{779C2D9A-2323-4331-AD8F-4467DE62480C}" presName="horzSpace2" presStyleCnt="0"/>
      <dgm:spPr/>
    </dgm:pt>
    <dgm:pt modelId="{2CACB084-9A64-41B9-AF68-0BD3327960E5}" type="pres">
      <dgm:prSet presAssocID="{779C2D9A-2323-4331-AD8F-4467DE62480C}" presName="tx2" presStyleLbl="revTx" presStyleIdx="7" presStyleCnt="8"/>
      <dgm:spPr/>
    </dgm:pt>
    <dgm:pt modelId="{07FBD5CD-A50E-4559-807E-F83F63F5210A}" type="pres">
      <dgm:prSet presAssocID="{779C2D9A-2323-4331-AD8F-4467DE62480C}" presName="vert2" presStyleCnt="0"/>
      <dgm:spPr/>
    </dgm:pt>
    <dgm:pt modelId="{8B574239-B38F-40D4-9862-2704065EE698}" type="pres">
      <dgm:prSet presAssocID="{779C2D9A-2323-4331-AD8F-4467DE62480C}" presName="thinLine2b" presStyleLbl="callout" presStyleIdx="4" presStyleCnt="5"/>
      <dgm:spPr/>
    </dgm:pt>
    <dgm:pt modelId="{F7A12C83-0B40-4D8E-B15C-C60A25B6EAE3}" type="pres">
      <dgm:prSet presAssocID="{779C2D9A-2323-4331-AD8F-4467DE62480C}" presName="vertSpace2b" presStyleCnt="0"/>
      <dgm:spPr/>
    </dgm:pt>
  </dgm:ptLst>
  <dgm:cxnLst>
    <dgm:cxn modelId="{CD17BE1F-16CA-4304-8276-1D6A9686217C}" srcId="{FC1F40FB-6B93-4CDC-A2F3-B762B2DE142A}" destId="{6816B52B-6A4C-4F4B-B4F8-B024347C1A55}" srcOrd="0" destOrd="0" parTransId="{76E789DB-404B-4C68-A54B-E15C51840E27}" sibTransId="{BC284588-7D0F-4E5F-A9A1-AEDD69B12981}"/>
    <dgm:cxn modelId="{E3F87638-7091-4445-A048-AEBC1C9A12B0}" type="presOf" srcId="{6816B52B-6A4C-4F4B-B4F8-B024347C1A55}" destId="{D191405F-CF4F-4810-B872-A2987A61D6C1}" srcOrd="0" destOrd="0" presId="urn:microsoft.com/office/officeart/2008/layout/LinedList"/>
    <dgm:cxn modelId="{F3682D41-A46C-4B58-AE7F-66B7EA549801}" srcId="{3E84A8AE-BB08-4DD2-90F0-CDB3770A675E}" destId="{FC1F40FB-6B93-4CDC-A2F3-B762B2DE142A}" srcOrd="0" destOrd="0" parTransId="{23839F25-34FB-4519-8B4A-42DFF359DA9B}" sibTransId="{7F6D603F-B563-48A0-A68B-19237BE75380}"/>
    <dgm:cxn modelId="{4A0FD743-E57E-4BBA-9318-53B3ECB670DB}" srcId="{70643462-7168-40D7-AB9E-9CE752F84EC4}" destId="{74A5145E-7167-457D-86A2-A191FA083885}" srcOrd="1" destOrd="0" parTransId="{7A936390-686C-4492-A4FA-FA4780DC28C0}" sibTransId="{98CF03FE-7BEC-404B-87EB-A8749C63FD36}"/>
    <dgm:cxn modelId="{AD796C67-D047-4AE2-81EE-32AEB94C3A3C}" srcId="{3E84A8AE-BB08-4DD2-90F0-CDB3770A675E}" destId="{70643462-7168-40D7-AB9E-9CE752F84EC4}" srcOrd="1" destOrd="0" parTransId="{91162C11-4059-42A3-B7BD-0DFBA82DA749}" sibTransId="{357E03DF-153A-4122-91CA-7B6102A69822}"/>
    <dgm:cxn modelId="{86403150-3789-4BFF-A5BD-0E394AA68CCE}" type="presOf" srcId="{3E84A8AE-BB08-4DD2-90F0-CDB3770A675E}" destId="{B39AB254-1A31-41C4-97F8-1836E315BA16}" srcOrd="0" destOrd="0" presId="urn:microsoft.com/office/officeart/2008/layout/LinedList"/>
    <dgm:cxn modelId="{5271ED7F-5A11-4444-8282-56876EDFB869}" type="presOf" srcId="{779C2D9A-2323-4331-AD8F-4467DE62480C}" destId="{2CACB084-9A64-41B9-AF68-0BD3327960E5}" srcOrd="0" destOrd="0" presId="urn:microsoft.com/office/officeart/2008/layout/LinedList"/>
    <dgm:cxn modelId="{6AAFBB84-4B10-49F7-85E6-29AF149DBE07}" srcId="{70643462-7168-40D7-AB9E-9CE752F84EC4}" destId="{184210C6-5F32-45AE-8598-A4FC1D78B823}" srcOrd="0" destOrd="0" parTransId="{DC85CF71-A764-416E-951A-DC00A3F25626}" sibTransId="{133C0254-2450-472F-BC6D-1821020DA178}"/>
    <dgm:cxn modelId="{6D805B86-B693-46B3-891F-3D14E9B728C2}" srcId="{1F7BBAC7-ABBB-40A7-BA37-BDE4E24DB4BF}" destId="{779C2D9A-2323-4331-AD8F-4467DE62480C}" srcOrd="1" destOrd="0" parTransId="{4E61DBE4-160D-4B29-A75B-66AE995EBF93}" sibTransId="{19EDA25F-AF17-443F-BFB0-30EE4046A6AD}"/>
    <dgm:cxn modelId="{C443429D-6634-4CC5-8667-DA450962D2AA}" type="presOf" srcId="{FC1F40FB-6B93-4CDC-A2F3-B762B2DE142A}" destId="{380B93BB-87BD-4475-BE3F-44BBC5AA12A3}" srcOrd="0" destOrd="0" presId="urn:microsoft.com/office/officeart/2008/layout/LinedList"/>
    <dgm:cxn modelId="{562F9E9E-579D-4172-8380-414406DC0BB4}" type="presOf" srcId="{184210C6-5F32-45AE-8598-A4FC1D78B823}" destId="{ABC5B37A-F983-4161-880C-0E209E43829E}" srcOrd="0" destOrd="0" presId="urn:microsoft.com/office/officeart/2008/layout/LinedList"/>
    <dgm:cxn modelId="{2325E3AB-26A2-438F-8B83-4FBE786826AC}" type="presOf" srcId="{1F7BBAC7-ABBB-40A7-BA37-BDE4E24DB4BF}" destId="{4EFC5FEF-9086-4FF0-BBFC-B72BFFD33816}" srcOrd="0" destOrd="0" presId="urn:microsoft.com/office/officeart/2008/layout/LinedList"/>
    <dgm:cxn modelId="{A6D40CC0-AA12-49A8-9C44-0ED8957AD285}" type="presOf" srcId="{74A5145E-7167-457D-86A2-A191FA083885}" destId="{CD4AC724-3C00-4B0F-9A19-1B51A3BE2A93}" srcOrd="0" destOrd="0" presId="urn:microsoft.com/office/officeart/2008/layout/LinedList"/>
    <dgm:cxn modelId="{0C83E4CC-BDA1-4F47-9731-5FE7CB16D8E1}" srcId="{1F7BBAC7-ABBB-40A7-BA37-BDE4E24DB4BF}" destId="{5BE887AD-CBFF-40A3-B8E4-11046E517352}" srcOrd="0" destOrd="0" parTransId="{C87BA987-999F-413F-A565-D882F7AA55FA}" sibTransId="{EAB2684C-C84E-48FF-86DD-5B628F57C4F0}"/>
    <dgm:cxn modelId="{77CB86E9-7159-4838-B21A-71B77C79C951}" srcId="{3E84A8AE-BB08-4DD2-90F0-CDB3770A675E}" destId="{1F7BBAC7-ABBB-40A7-BA37-BDE4E24DB4BF}" srcOrd="2" destOrd="0" parTransId="{9F670050-7A51-41EA-81E8-CF2DD5B2880E}" sibTransId="{33126D14-7923-476E-B57A-9B4FC8803DC6}"/>
    <dgm:cxn modelId="{3606B0EB-6784-4CFB-B81F-29E74F7C24C8}" type="presOf" srcId="{70643462-7168-40D7-AB9E-9CE752F84EC4}" destId="{6498C99E-A245-4322-AE7F-60A66656817D}" srcOrd="0" destOrd="0" presId="urn:microsoft.com/office/officeart/2008/layout/LinedList"/>
    <dgm:cxn modelId="{D9BA62FD-98A4-4BF6-AE35-3C32421E84EE}" type="presOf" srcId="{5BE887AD-CBFF-40A3-B8E4-11046E517352}" destId="{53DDCF21-83D0-4527-8B2B-A62A63686A5B}" srcOrd="0" destOrd="0" presId="urn:microsoft.com/office/officeart/2008/layout/LinedList"/>
    <dgm:cxn modelId="{27DF702D-9F12-471D-8AB1-E3C50A8AD135}" type="presParOf" srcId="{B39AB254-1A31-41C4-97F8-1836E315BA16}" destId="{78EC74AF-3E68-4042-9F20-FB13A8BF54AD}" srcOrd="0" destOrd="0" presId="urn:microsoft.com/office/officeart/2008/layout/LinedList"/>
    <dgm:cxn modelId="{B9B3EF25-D40A-4907-84DC-3C0B8AC5A636}" type="presParOf" srcId="{B39AB254-1A31-41C4-97F8-1836E315BA16}" destId="{C4F30C3B-2CB6-41E5-9AD0-4CCEE29E3195}" srcOrd="1" destOrd="0" presId="urn:microsoft.com/office/officeart/2008/layout/LinedList"/>
    <dgm:cxn modelId="{B2ED342F-CD8C-42D7-8809-4DE13E09A5F2}" type="presParOf" srcId="{C4F30C3B-2CB6-41E5-9AD0-4CCEE29E3195}" destId="{380B93BB-87BD-4475-BE3F-44BBC5AA12A3}" srcOrd="0" destOrd="0" presId="urn:microsoft.com/office/officeart/2008/layout/LinedList"/>
    <dgm:cxn modelId="{397ACCFA-D3B4-4BA9-90F5-6EADF79E06EC}" type="presParOf" srcId="{C4F30C3B-2CB6-41E5-9AD0-4CCEE29E3195}" destId="{10587C48-C587-403C-B59B-2C57EDCCADA0}" srcOrd="1" destOrd="0" presId="urn:microsoft.com/office/officeart/2008/layout/LinedList"/>
    <dgm:cxn modelId="{88D00B49-49EB-47E9-BBE2-54CC47AEBB49}" type="presParOf" srcId="{10587C48-C587-403C-B59B-2C57EDCCADA0}" destId="{BB651C5A-1F12-45D2-A46A-58689F51FB94}" srcOrd="0" destOrd="0" presId="urn:microsoft.com/office/officeart/2008/layout/LinedList"/>
    <dgm:cxn modelId="{B7110933-0A19-485C-AA84-D281C26B3D46}" type="presParOf" srcId="{10587C48-C587-403C-B59B-2C57EDCCADA0}" destId="{9BBC065F-808F-4562-A876-105AFDE77787}" srcOrd="1" destOrd="0" presId="urn:microsoft.com/office/officeart/2008/layout/LinedList"/>
    <dgm:cxn modelId="{651C7627-CB52-4500-A4D5-A453A451158E}" type="presParOf" srcId="{9BBC065F-808F-4562-A876-105AFDE77787}" destId="{9D08411F-DDBB-4110-9482-05636F29A625}" srcOrd="0" destOrd="0" presId="urn:microsoft.com/office/officeart/2008/layout/LinedList"/>
    <dgm:cxn modelId="{BC882235-8573-4D6C-A465-68386A43B977}" type="presParOf" srcId="{9BBC065F-808F-4562-A876-105AFDE77787}" destId="{D191405F-CF4F-4810-B872-A2987A61D6C1}" srcOrd="1" destOrd="0" presId="urn:microsoft.com/office/officeart/2008/layout/LinedList"/>
    <dgm:cxn modelId="{1F2AD2C7-A013-4284-A7BC-CCEA2A286AB0}" type="presParOf" srcId="{9BBC065F-808F-4562-A876-105AFDE77787}" destId="{C30C631C-3BF4-4D20-9818-2DE733FF85F8}" srcOrd="2" destOrd="0" presId="urn:microsoft.com/office/officeart/2008/layout/LinedList"/>
    <dgm:cxn modelId="{43F5F609-8571-4C9D-B991-77A2D20E83C6}" type="presParOf" srcId="{10587C48-C587-403C-B59B-2C57EDCCADA0}" destId="{14218B20-A6B4-41BA-9DEF-2FAAB490DA1C}" srcOrd="2" destOrd="0" presId="urn:microsoft.com/office/officeart/2008/layout/LinedList"/>
    <dgm:cxn modelId="{D2876A1D-8CD4-4954-8919-9E44939B60DE}" type="presParOf" srcId="{10587C48-C587-403C-B59B-2C57EDCCADA0}" destId="{77BA3A3E-0788-4EE4-AFA1-31E9ED1CFCAF}" srcOrd="3" destOrd="0" presId="urn:microsoft.com/office/officeart/2008/layout/LinedList"/>
    <dgm:cxn modelId="{FC909661-BC3E-4EA0-BE56-0DD955FF116B}" type="presParOf" srcId="{B39AB254-1A31-41C4-97F8-1836E315BA16}" destId="{9AC10F1C-5773-42AC-BC04-070830ABF42B}" srcOrd="2" destOrd="0" presId="urn:microsoft.com/office/officeart/2008/layout/LinedList"/>
    <dgm:cxn modelId="{72800C35-AFDA-48E7-858C-7E7F7BA42C74}" type="presParOf" srcId="{B39AB254-1A31-41C4-97F8-1836E315BA16}" destId="{F93F0D82-D8D1-4761-B6D9-93C772A78543}" srcOrd="3" destOrd="0" presId="urn:microsoft.com/office/officeart/2008/layout/LinedList"/>
    <dgm:cxn modelId="{57A48DE9-6D8B-44AC-94BB-32E3EAC6E937}" type="presParOf" srcId="{F93F0D82-D8D1-4761-B6D9-93C772A78543}" destId="{6498C99E-A245-4322-AE7F-60A66656817D}" srcOrd="0" destOrd="0" presId="urn:microsoft.com/office/officeart/2008/layout/LinedList"/>
    <dgm:cxn modelId="{F947D742-E35E-46A4-A73F-11385A7463A8}" type="presParOf" srcId="{F93F0D82-D8D1-4761-B6D9-93C772A78543}" destId="{C88AFC40-50AD-4E07-93D8-7073CD7B8395}" srcOrd="1" destOrd="0" presId="urn:microsoft.com/office/officeart/2008/layout/LinedList"/>
    <dgm:cxn modelId="{B9DA5834-9F26-45EE-8A8C-57C2A5D231EC}" type="presParOf" srcId="{C88AFC40-50AD-4E07-93D8-7073CD7B8395}" destId="{F09CF23E-8BDD-47B2-A2D1-394BB58FE2C3}" srcOrd="0" destOrd="0" presId="urn:microsoft.com/office/officeart/2008/layout/LinedList"/>
    <dgm:cxn modelId="{457C60F2-FB54-4F5B-9685-9BF07477D842}" type="presParOf" srcId="{C88AFC40-50AD-4E07-93D8-7073CD7B8395}" destId="{576FD2E8-1A36-4278-804E-2ACCDB3CEAE1}" srcOrd="1" destOrd="0" presId="urn:microsoft.com/office/officeart/2008/layout/LinedList"/>
    <dgm:cxn modelId="{325C03AF-4A25-47A1-B3EC-324269F210AF}" type="presParOf" srcId="{576FD2E8-1A36-4278-804E-2ACCDB3CEAE1}" destId="{0546E238-8CC7-4B2F-9E93-44DE9314060A}" srcOrd="0" destOrd="0" presId="urn:microsoft.com/office/officeart/2008/layout/LinedList"/>
    <dgm:cxn modelId="{69F813A1-EF92-495C-B01E-659D9FDF25ED}" type="presParOf" srcId="{576FD2E8-1A36-4278-804E-2ACCDB3CEAE1}" destId="{ABC5B37A-F983-4161-880C-0E209E43829E}" srcOrd="1" destOrd="0" presId="urn:microsoft.com/office/officeart/2008/layout/LinedList"/>
    <dgm:cxn modelId="{33E07844-F373-45E2-AB40-98970126FDC5}" type="presParOf" srcId="{576FD2E8-1A36-4278-804E-2ACCDB3CEAE1}" destId="{4AAAA85F-08D1-4E88-BC4C-192976C72522}" srcOrd="2" destOrd="0" presId="urn:microsoft.com/office/officeart/2008/layout/LinedList"/>
    <dgm:cxn modelId="{54020885-CC1E-4E52-896E-B6BF788B8AEB}" type="presParOf" srcId="{C88AFC40-50AD-4E07-93D8-7073CD7B8395}" destId="{58DE805B-11DF-4198-8C96-9FD613C8FFAD}" srcOrd="2" destOrd="0" presId="urn:microsoft.com/office/officeart/2008/layout/LinedList"/>
    <dgm:cxn modelId="{BA6C0E70-F5DA-4E7B-B362-3D08E521E830}" type="presParOf" srcId="{C88AFC40-50AD-4E07-93D8-7073CD7B8395}" destId="{516C0E95-B658-4F81-AFCA-DB9DA42502FA}" srcOrd="3" destOrd="0" presId="urn:microsoft.com/office/officeart/2008/layout/LinedList"/>
    <dgm:cxn modelId="{3990C4EE-29EE-4F34-AE8B-B916C8BEF684}" type="presParOf" srcId="{C88AFC40-50AD-4E07-93D8-7073CD7B8395}" destId="{94A9D668-2850-4DAD-B674-8143F9F54AC8}" srcOrd="4" destOrd="0" presId="urn:microsoft.com/office/officeart/2008/layout/LinedList"/>
    <dgm:cxn modelId="{8A098D2C-256B-424D-8B3C-003710BE37EA}" type="presParOf" srcId="{94A9D668-2850-4DAD-B674-8143F9F54AC8}" destId="{9DA003E5-3B4F-4080-8ACC-8DB73B40DFF5}" srcOrd="0" destOrd="0" presId="urn:microsoft.com/office/officeart/2008/layout/LinedList"/>
    <dgm:cxn modelId="{FB83714B-7D16-4DA0-B8A1-BD47F766A978}" type="presParOf" srcId="{94A9D668-2850-4DAD-B674-8143F9F54AC8}" destId="{CD4AC724-3C00-4B0F-9A19-1B51A3BE2A93}" srcOrd="1" destOrd="0" presId="urn:microsoft.com/office/officeart/2008/layout/LinedList"/>
    <dgm:cxn modelId="{714184C4-9AF1-4B5A-905B-B365148A76EE}" type="presParOf" srcId="{94A9D668-2850-4DAD-B674-8143F9F54AC8}" destId="{D892D5EB-19BA-4AEB-B805-203779500121}" srcOrd="2" destOrd="0" presId="urn:microsoft.com/office/officeart/2008/layout/LinedList"/>
    <dgm:cxn modelId="{5F7A053F-C175-49DE-9E20-5A5EF9ACB618}" type="presParOf" srcId="{C88AFC40-50AD-4E07-93D8-7073CD7B8395}" destId="{FEB82EA5-BBF0-4736-AA2F-EAB482EAA760}" srcOrd="5" destOrd="0" presId="urn:microsoft.com/office/officeart/2008/layout/LinedList"/>
    <dgm:cxn modelId="{6FEDFF86-104D-4FBA-AF38-91FAB0A409D5}" type="presParOf" srcId="{C88AFC40-50AD-4E07-93D8-7073CD7B8395}" destId="{C7806F54-CC76-4AAF-B79B-7FD8B80D74B8}" srcOrd="6" destOrd="0" presId="urn:microsoft.com/office/officeart/2008/layout/LinedList"/>
    <dgm:cxn modelId="{D56E4939-8D4F-4F05-9504-C73C85E55680}" type="presParOf" srcId="{B39AB254-1A31-41C4-97F8-1836E315BA16}" destId="{7FF63DFD-2264-4EF2-98C4-344604BF78CF}" srcOrd="4" destOrd="0" presId="urn:microsoft.com/office/officeart/2008/layout/LinedList"/>
    <dgm:cxn modelId="{A798FA69-130D-4A96-974E-2112E7E21A03}" type="presParOf" srcId="{B39AB254-1A31-41C4-97F8-1836E315BA16}" destId="{7A59E060-C7E6-4A29-AE3C-4732D096EE62}" srcOrd="5" destOrd="0" presId="urn:microsoft.com/office/officeart/2008/layout/LinedList"/>
    <dgm:cxn modelId="{3B400617-A4DB-41DA-891B-21FF75ABCF74}" type="presParOf" srcId="{7A59E060-C7E6-4A29-AE3C-4732D096EE62}" destId="{4EFC5FEF-9086-4FF0-BBFC-B72BFFD33816}" srcOrd="0" destOrd="0" presId="urn:microsoft.com/office/officeart/2008/layout/LinedList"/>
    <dgm:cxn modelId="{A6081B81-E447-42BB-91D1-11E9C5465B35}" type="presParOf" srcId="{7A59E060-C7E6-4A29-AE3C-4732D096EE62}" destId="{8FA83EC8-B9AB-4ED3-A1BF-6813718272BB}" srcOrd="1" destOrd="0" presId="urn:microsoft.com/office/officeart/2008/layout/LinedList"/>
    <dgm:cxn modelId="{4A022C89-0DCE-4F41-A288-292DE8DAFBFC}" type="presParOf" srcId="{8FA83EC8-B9AB-4ED3-A1BF-6813718272BB}" destId="{6F2A7115-392C-4073-AE84-6905D2DAED68}" srcOrd="0" destOrd="0" presId="urn:microsoft.com/office/officeart/2008/layout/LinedList"/>
    <dgm:cxn modelId="{593BF92D-B344-424C-A399-635439323AFC}" type="presParOf" srcId="{8FA83EC8-B9AB-4ED3-A1BF-6813718272BB}" destId="{04651819-3A0D-4A8F-A321-8884B53DA8F1}" srcOrd="1" destOrd="0" presId="urn:microsoft.com/office/officeart/2008/layout/LinedList"/>
    <dgm:cxn modelId="{F36A64B2-600B-4A82-9A81-09F19A4320E9}" type="presParOf" srcId="{04651819-3A0D-4A8F-A321-8884B53DA8F1}" destId="{ED3166CF-28C3-458F-8D2D-7A8F4D5FA064}" srcOrd="0" destOrd="0" presId="urn:microsoft.com/office/officeart/2008/layout/LinedList"/>
    <dgm:cxn modelId="{0A59183F-7D7A-43B3-8892-56014756421B}" type="presParOf" srcId="{04651819-3A0D-4A8F-A321-8884B53DA8F1}" destId="{53DDCF21-83D0-4527-8B2B-A62A63686A5B}" srcOrd="1" destOrd="0" presId="urn:microsoft.com/office/officeart/2008/layout/LinedList"/>
    <dgm:cxn modelId="{09D64A93-3FC0-407D-A8FB-F4E62A7EEED1}" type="presParOf" srcId="{04651819-3A0D-4A8F-A321-8884B53DA8F1}" destId="{6A2719B4-C5D9-4989-9DA0-6A2588C7068D}" srcOrd="2" destOrd="0" presId="urn:microsoft.com/office/officeart/2008/layout/LinedList"/>
    <dgm:cxn modelId="{6806BC85-97CA-455D-AD8E-C48D49AD06E1}" type="presParOf" srcId="{8FA83EC8-B9AB-4ED3-A1BF-6813718272BB}" destId="{82BC2ED6-01FF-47DF-AE59-2398A6152D27}" srcOrd="2" destOrd="0" presId="urn:microsoft.com/office/officeart/2008/layout/LinedList"/>
    <dgm:cxn modelId="{57BDBA49-6DA5-442C-81BB-F120B8D7173F}" type="presParOf" srcId="{8FA83EC8-B9AB-4ED3-A1BF-6813718272BB}" destId="{33D64E74-E688-4459-9F22-27B8394E1EBE}" srcOrd="3" destOrd="0" presId="urn:microsoft.com/office/officeart/2008/layout/LinedList"/>
    <dgm:cxn modelId="{D82124DE-3B3F-4CC8-9F70-99D2EA0DDFDB}" type="presParOf" srcId="{8FA83EC8-B9AB-4ED3-A1BF-6813718272BB}" destId="{0A6BF28B-546A-4702-A889-B6664AB717D4}" srcOrd="4" destOrd="0" presId="urn:microsoft.com/office/officeart/2008/layout/LinedList"/>
    <dgm:cxn modelId="{A942D496-3432-4F98-A800-C90F24772066}" type="presParOf" srcId="{0A6BF28B-546A-4702-A889-B6664AB717D4}" destId="{8E875CFE-53CA-4B13-A439-BACC36346915}" srcOrd="0" destOrd="0" presId="urn:microsoft.com/office/officeart/2008/layout/LinedList"/>
    <dgm:cxn modelId="{5F06EB1E-6CE0-4511-A2B3-623E6C9A3252}" type="presParOf" srcId="{0A6BF28B-546A-4702-A889-B6664AB717D4}" destId="{2CACB084-9A64-41B9-AF68-0BD3327960E5}" srcOrd="1" destOrd="0" presId="urn:microsoft.com/office/officeart/2008/layout/LinedList"/>
    <dgm:cxn modelId="{72494FB9-4042-4375-8EE8-33479AED778F}" type="presParOf" srcId="{0A6BF28B-546A-4702-A889-B6664AB717D4}" destId="{07FBD5CD-A50E-4559-807E-F83F63F5210A}" srcOrd="2" destOrd="0" presId="urn:microsoft.com/office/officeart/2008/layout/LinedList"/>
    <dgm:cxn modelId="{98394846-E7DD-4FDC-8B8F-70B3C202B338}" type="presParOf" srcId="{8FA83EC8-B9AB-4ED3-A1BF-6813718272BB}" destId="{8B574239-B38F-40D4-9862-2704065EE698}" srcOrd="5" destOrd="0" presId="urn:microsoft.com/office/officeart/2008/layout/LinedList"/>
    <dgm:cxn modelId="{1816093B-6288-408D-BEE4-58D17C45DCE8}" type="presParOf" srcId="{8FA83EC8-B9AB-4ED3-A1BF-6813718272BB}" destId="{F7A12C83-0B40-4D8E-B15C-C60A25B6EAE3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543AF52-5821-48F6-BB3B-587DFE6D79D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B521D78-11EF-4781-8605-AA5F8FE3468B}">
      <dgm:prSet/>
      <dgm:spPr/>
      <dgm:t>
        <a:bodyPr/>
        <a:lstStyle/>
        <a:p>
          <a:r>
            <a:rPr lang="en-US">
              <a:latin typeface="Montserrat" panose="00000500000000000000" pitchFamily="2" charset="0"/>
            </a:rPr>
            <a:t>A </a:t>
          </a:r>
          <a:r>
            <a:rPr lang="en-US" b="1">
              <a:latin typeface="Montserrat" panose="00000500000000000000" pitchFamily="2" charset="0"/>
            </a:rPr>
            <a:t>One-to-One (1:1) relationship</a:t>
          </a:r>
          <a:r>
            <a:rPr lang="en-US">
              <a:latin typeface="Montserrat" panose="00000500000000000000" pitchFamily="2" charset="0"/>
            </a:rPr>
            <a:t> </a:t>
          </a:r>
        </a:p>
      </dgm:t>
    </dgm:pt>
    <dgm:pt modelId="{0BFBEB42-33DC-4EC9-92A0-EDF0F745B3BA}" type="parTrans" cxnId="{08C35F31-47CF-4F44-B8EA-049EF61BBB43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3733108E-E849-439A-A262-6D466A532084}" type="sibTrans" cxnId="{08C35F31-47CF-4F44-B8EA-049EF61BBB43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8D9EBE09-8454-4F16-B0C3-1B1FCA3988B0}">
      <dgm:prSet/>
      <dgm:spPr/>
      <dgm:t>
        <a:bodyPr/>
        <a:lstStyle/>
        <a:p>
          <a:r>
            <a:rPr lang="en-US">
              <a:latin typeface="Montserrat" panose="00000500000000000000" pitchFamily="2" charset="0"/>
            </a:rPr>
            <a:t>is used when each value in a column of </a:t>
          </a:r>
          <a:r>
            <a:rPr lang="en-US" b="1">
              <a:latin typeface="Montserrat" panose="00000500000000000000" pitchFamily="2" charset="0"/>
            </a:rPr>
            <a:t>Table A</a:t>
          </a:r>
          <a:r>
            <a:rPr lang="en-US">
              <a:latin typeface="Montserrat" panose="00000500000000000000" pitchFamily="2" charset="0"/>
            </a:rPr>
            <a:t>   matches exactly one value in a column of </a:t>
          </a:r>
          <a:r>
            <a:rPr lang="en-US" b="1">
              <a:latin typeface="Montserrat" panose="00000500000000000000" pitchFamily="2" charset="0"/>
            </a:rPr>
            <a:t>Table B</a:t>
          </a:r>
          <a:r>
            <a:rPr lang="en-US">
              <a:latin typeface="Montserrat" panose="00000500000000000000" pitchFamily="2" charset="0"/>
            </a:rPr>
            <a:t> and vice versa. </a:t>
          </a:r>
        </a:p>
      </dgm:t>
    </dgm:pt>
    <dgm:pt modelId="{9223045C-9F60-44A9-BF19-372E530821D3}" type="parTrans" cxnId="{194B975A-47C7-4427-A183-E695F7CE53E6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6C0E8364-545F-4BB1-9705-A885C31C9A16}" type="sibTrans" cxnId="{194B975A-47C7-4427-A183-E695F7CE53E6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5D0059B5-AFC0-4D15-BE64-92DCDC3796BD}">
      <dgm:prSet/>
      <dgm:spPr/>
      <dgm:t>
        <a:bodyPr/>
        <a:lstStyle/>
        <a:p>
          <a:r>
            <a:rPr lang="en-US">
              <a:latin typeface="Montserrat" panose="00000500000000000000" pitchFamily="2" charset="0"/>
            </a:rPr>
            <a:t>It is less common in Power BI because, usually, data modeling benefits from </a:t>
          </a:r>
          <a:r>
            <a:rPr lang="en-US" b="1">
              <a:latin typeface="Montserrat" panose="00000500000000000000" pitchFamily="2" charset="0"/>
            </a:rPr>
            <a:t>One-to-Many (1:M)</a:t>
          </a:r>
          <a:r>
            <a:rPr lang="en-US">
              <a:latin typeface="Montserrat" panose="00000500000000000000" pitchFamily="2" charset="0"/>
            </a:rPr>
            <a:t> relationships. </a:t>
          </a:r>
        </a:p>
      </dgm:t>
    </dgm:pt>
    <dgm:pt modelId="{248858E8-703C-416C-87C9-32E4D007404D}" type="parTrans" cxnId="{2EC55344-684A-495D-8387-90E40037DFC5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BFDA3E35-EBA2-4BF8-B763-BDAAF66EFF8B}" type="sibTrans" cxnId="{2EC55344-684A-495D-8387-90E40037DFC5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D27ACE11-7561-4746-8A0F-079F820906F0}">
      <dgm:prSet/>
      <dgm:spPr/>
      <dgm:t>
        <a:bodyPr/>
        <a:lstStyle/>
        <a:p>
          <a:r>
            <a:rPr lang="en-US">
              <a:latin typeface="Montserrat" panose="00000500000000000000" pitchFamily="2" charset="0"/>
            </a:rPr>
            <a:t>However, </a:t>
          </a:r>
          <a:r>
            <a:rPr lang="en-US" b="1">
              <a:latin typeface="Montserrat" panose="00000500000000000000" pitchFamily="2" charset="0"/>
            </a:rPr>
            <a:t>One-to-One</a:t>
          </a:r>
          <a:r>
            <a:rPr lang="en-US">
              <a:latin typeface="Montserrat" panose="00000500000000000000" pitchFamily="2" charset="0"/>
            </a:rPr>
            <a:t> can be useful in specific cases.</a:t>
          </a:r>
        </a:p>
      </dgm:t>
    </dgm:pt>
    <dgm:pt modelId="{D9552BF4-72E4-428D-8E38-740EA221C6FE}" type="parTrans" cxnId="{3EE02DBB-D7BE-4885-B67B-5DE5564CE6F6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94C19158-8819-4D74-8441-BCB72F857243}" type="sibTrans" cxnId="{3EE02DBB-D7BE-4885-B67B-5DE5564CE6F6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907F919D-8D99-4194-8701-E42146F3480D}" type="pres">
      <dgm:prSet presAssocID="{B543AF52-5821-48F6-BB3B-587DFE6D79D5}" presName="vert0" presStyleCnt="0">
        <dgm:presLayoutVars>
          <dgm:dir/>
          <dgm:animOne val="branch"/>
          <dgm:animLvl val="lvl"/>
        </dgm:presLayoutVars>
      </dgm:prSet>
      <dgm:spPr/>
    </dgm:pt>
    <dgm:pt modelId="{B57C94E9-7AEB-44D1-8E19-C9DBB17A48D3}" type="pres">
      <dgm:prSet presAssocID="{7B521D78-11EF-4781-8605-AA5F8FE3468B}" presName="thickLine" presStyleLbl="alignNode1" presStyleIdx="0" presStyleCnt="1"/>
      <dgm:spPr/>
    </dgm:pt>
    <dgm:pt modelId="{26EA338E-8EB9-4EF0-8693-7C9712010991}" type="pres">
      <dgm:prSet presAssocID="{7B521D78-11EF-4781-8605-AA5F8FE3468B}" presName="horz1" presStyleCnt="0"/>
      <dgm:spPr/>
    </dgm:pt>
    <dgm:pt modelId="{A17E6E98-2586-468E-9343-455615324A85}" type="pres">
      <dgm:prSet presAssocID="{7B521D78-11EF-4781-8605-AA5F8FE3468B}" presName="tx1" presStyleLbl="revTx" presStyleIdx="0" presStyleCnt="4"/>
      <dgm:spPr/>
    </dgm:pt>
    <dgm:pt modelId="{0F04FA55-75BD-442D-8A6E-DCE26D7B99DE}" type="pres">
      <dgm:prSet presAssocID="{7B521D78-11EF-4781-8605-AA5F8FE3468B}" presName="vert1" presStyleCnt="0"/>
      <dgm:spPr/>
    </dgm:pt>
    <dgm:pt modelId="{22603FB7-2F21-4E8E-BD5B-7DF4568D9B40}" type="pres">
      <dgm:prSet presAssocID="{8D9EBE09-8454-4F16-B0C3-1B1FCA3988B0}" presName="vertSpace2a" presStyleCnt="0"/>
      <dgm:spPr/>
    </dgm:pt>
    <dgm:pt modelId="{755BCB5A-E409-467C-A966-D6082182F228}" type="pres">
      <dgm:prSet presAssocID="{8D9EBE09-8454-4F16-B0C3-1B1FCA3988B0}" presName="horz2" presStyleCnt="0"/>
      <dgm:spPr/>
    </dgm:pt>
    <dgm:pt modelId="{6FB027BF-6A4B-423B-B6F1-687C99133B88}" type="pres">
      <dgm:prSet presAssocID="{8D9EBE09-8454-4F16-B0C3-1B1FCA3988B0}" presName="horzSpace2" presStyleCnt="0"/>
      <dgm:spPr/>
    </dgm:pt>
    <dgm:pt modelId="{F4242498-CFE5-4430-AC23-64A23C8605C1}" type="pres">
      <dgm:prSet presAssocID="{8D9EBE09-8454-4F16-B0C3-1B1FCA3988B0}" presName="tx2" presStyleLbl="revTx" presStyleIdx="1" presStyleCnt="4"/>
      <dgm:spPr/>
    </dgm:pt>
    <dgm:pt modelId="{CC92200B-65D6-4A00-A5AC-B71CB208CC63}" type="pres">
      <dgm:prSet presAssocID="{8D9EBE09-8454-4F16-B0C3-1B1FCA3988B0}" presName="vert2" presStyleCnt="0"/>
      <dgm:spPr/>
    </dgm:pt>
    <dgm:pt modelId="{A1AFBBCB-C3F9-4651-A5E4-97E8E6CD24D5}" type="pres">
      <dgm:prSet presAssocID="{8D9EBE09-8454-4F16-B0C3-1B1FCA3988B0}" presName="thinLine2b" presStyleLbl="callout" presStyleIdx="0" presStyleCnt="3"/>
      <dgm:spPr/>
    </dgm:pt>
    <dgm:pt modelId="{37226F65-8AA6-45E6-AF98-CF0504F340F3}" type="pres">
      <dgm:prSet presAssocID="{8D9EBE09-8454-4F16-B0C3-1B1FCA3988B0}" presName="vertSpace2b" presStyleCnt="0"/>
      <dgm:spPr/>
    </dgm:pt>
    <dgm:pt modelId="{4F4241EA-270B-493F-8D20-999B83628E2C}" type="pres">
      <dgm:prSet presAssocID="{5D0059B5-AFC0-4D15-BE64-92DCDC3796BD}" presName="horz2" presStyleCnt="0"/>
      <dgm:spPr/>
    </dgm:pt>
    <dgm:pt modelId="{AB45C8BE-C417-45B3-885C-9A61DC6985B4}" type="pres">
      <dgm:prSet presAssocID="{5D0059B5-AFC0-4D15-BE64-92DCDC3796BD}" presName="horzSpace2" presStyleCnt="0"/>
      <dgm:spPr/>
    </dgm:pt>
    <dgm:pt modelId="{BB30970D-FF87-4A47-A73F-08B92B69D188}" type="pres">
      <dgm:prSet presAssocID="{5D0059B5-AFC0-4D15-BE64-92DCDC3796BD}" presName="tx2" presStyleLbl="revTx" presStyleIdx="2" presStyleCnt="4"/>
      <dgm:spPr/>
    </dgm:pt>
    <dgm:pt modelId="{23ACD9A8-A78E-408F-84CC-81B877CD0BF1}" type="pres">
      <dgm:prSet presAssocID="{5D0059B5-AFC0-4D15-BE64-92DCDC3796BD}" presName="vert2" presStyleCnt="0"/>
      <dgm:spPr/>
    </dgm:pt>
    <dgm:pt modelId="{43A93155-D712-4E10-A8D3-3B3959544061}" type="pres">
      <dgm:prSet presAssocID="{5D0059B5-AFC0-4D15-BE64-92DCDC3796BD}" presName="thinLine2b" presStyleLbl="callout" presStyleIdx="1" presStyleCnt="3"/>
      <dgm:spPr/>
    </dgm:pt>
    <dgm:pt modelId="{F9F6E695-AC8D-4FFF-B7BC-164C06E43BBD}" type="pres">
      <dgm:prSet presAssocID="{5D0059B5-AFC0-4D15-BE64-92DCDC3796BD}" presName="vertSpace2b" presStyleCnt="0"/>
      <dgm:spPr/>
    </dgm:pt>
    <dgm:pt modelId="{415BD80D-EE73-4B8D-B05A-9076BA5EA4A4}" type="pres">
      <dgm:prSet presAssocID="{D27ACE11-7561-4746-8A0F-079F820906F0}" presName="horz2" presStyleCnt="0"/>
      <dgm:spPr/>
    </dgm:pt>
    <dgm:pt modelId="{53FFFA27-64FF-427E-84FF-476CD91F6AA4}" type="pres">
      <dgm:prSet presAssocID="{D27ACE11-7561-4746-8A0F-079F820906F0}" presName="horzSpace2" presStyleCnt="0"/>
      <dgm:spPr/>
    </dgm:pt>
    <dgm:pt modelId="{D26A29D8-0A35-461B-8C35-652B02E299BD}" type="pres">
      <dgm:prSet presAssocID="{D27ACE11-7561-4746-8A0F-079F820906F0}" presName="tx2" presStyleLbl="revTx" presStyleIdx="3" presStyleCnt="4"/>
      <dgm:spPr/>
    </dgm:pt>
    <dgm:pt modelId="{978C3DD2-169B-4B71-B6CC-6C4F991BDEB0}" type="pres">
      <dgm:prSet presAssocID="{D27ACE11-7561-4746-8A0F-079F820906F0}" presName="vert2" presStyleCnt="0"/>
      <dgm:spPr/>
    </dgm:pt>
    <dgm:pt modelId="{31376A3C-42B2-4654-A25B-B30F3F6B54CB}" type="pres">
      <dgm:prSet presAssocID="{D27ACE11-7561-4746-8A0F-079F820906F0}" presName="thinLine2b" presStyleLbl="callout" presStyleIdx="2" presStyleCnt="3"/>
      <dgm:spPr/>
    </dgm:pt>
    <dgm:pt modelId="{A1775506-98A8-4DEE-8332-881E0B1FDE6E}" type="pres">
      <dgm:prSet presAssocID="{D27ACE11-7561-4746-8A0F-079F820906F0}" presName="vertSpace2b" presStyleCnt="0"/>
      <dgm:spPr/>
    </dgm:pt>
  </dgm:ptLst>
  <dgm:cxnLst>
    <dgm:cxn modelId="{4AAF0509-EC32-4662-95EA-BF872F254BE3}" type="presOf" srcId="{D27ACE11-7561-4746-8A0F-079F820906F0}" destId="{D26A29D8-0A35-461B-8C35-652B02E299BD}" srcOrd="0" destOrd="0" presId="urn:microsoft.com/office/officeart/2008/layout/LinedList"/>
    <dgm:cxn modelId="{08C35F31-47CF-4F44-B8EA-049EF61BBB43}" srcId="{B543AF52-5821-48F6-BB3B-587DFE6D79D5}" destId="{7B521D78-11EF-4781-8605-AA5F8FE3468B}" srcOrd="0" destOrd="0" parTransId="{0BFBEB42-33DC-4EC9-92A0-EDF0F745B3BA}" sibTransId="{3733108E-E849-439A-A262-6D466A532084}"/>
    <dgm:cxn modelId="{2EC55344-684A-495D-8387-90E40037DFC5}" srcId="{7B521D78-11EF-4781-8605-AA5F8FE3468B}" destId="{5D0059B5-AFC0-4D15-BE64-92DCDC3796BD}" srcOrd="1" destOrd="0" parTransId="{248858E8-703C-416C-87C9-32E4D007404D}" sibTransId="{BFDA3E35-EBA2-4BF8-B763-BDAAF66EFF8B}"/>
    <dgm:cxn modelId="{194B975A-47C7-4427-A183-E695F7CE53E6}" srcId="{7B521D78-11EF-4781-8605-AA5F8FE3468B}" destId="{8D9EBE09-8454-4F16-B0C3-1B1FCA3988B0}" srcOrd="0" destOrd="0" parTransId="{9223045C-9F60-44A9-BF19-372E530821D3}" sibTransId="{6C0E8364-545F-4BB1-9705-A885C31C9A16}"/>
    <dgm:cxn modelId="{17023E94-5E94-4D2A-B283-C664C5D48D64}" type="presOf" srcId="{5D0059B5-AFC0-4D15-BE64-92DCDC3796BD}" destId="{BB30970D-FF87-4A47-A73F-08B92B69D188}" srcOrd="0" destOrd="0" presId="urn:microsoft.com/office/officeart/2008/layout/LinedList"/>
    <dgm:cxn modelId="{4C532FA2-2528-45F8-8931-CC7DF48C7620}" type="presOf" srcId="{8D9EBE09-8454-4F16-B0C3-1B1FCA3988B0}" destId="{F4242498-CFE5-4430-AC23-64A23C8605C1}" srcOrd="0" destOrd="0" presId="urn:microsoft.com/office/officeart/2008/layout/LinedList"/>
    <dgm:cxn modelId="{3EE02DBB-D7BE-4885-B67B-5DE5564CE6F6}" srcId="{7B521D78-11EF-4781-8605-AA5F8FE3468B}" destId="{D27ACE11-7561-4746-8A0F-079F820906F0}" srcOrd="2" destOrd="0" parTransId="{D9552BF4-72E4-428D-8E38-740EA221C6FE}" sibTransId="{94C19158-8819-4D74-8441-BCB72F857243}"/>
    <dgm:cxn modelId="{BAB424D9-C454-4E72-A52A-854F40C5BF32}" type="presOf" srcId="{7B521D78-11EF-4781-8605-AA5F8FE3468B}" destId="{A17E6E98-2586-468E-9343-455615324A85}" srcOrd="0" destOrd="0" presId="urn:microsoft.com/office/officeart/2008/layout/LinedList"/>
    <dgm:cxn modelId="{1059C4DB-19A2-490B-AF77-94F9D67F6B70}" type="presOf" srcId="{B543AF52-5821-48F6-BB3B-587DFE6D79D5}" destId="{907F919D-8D99-4194-8701-E42146F3480D}" srcOrd="0" destOrd="0" presId="urn:microsoft.com/office/officeart/2008/layout/LinedList"/>
    <dgm:cxn modelId="{F3795AE2-4B6E-41ED-B675-736A0F0520DA}" type="presParOf" srcId="{907F919D-8D99-4194-8701-E42146F3480D}" destId="{B57C94E9-7AEB-44D1-8E19-C9DBB17A48D3}" srcOrd="0" destOrd="0" presId="urn:microsoft.com/office/officeart/2008/layout/LinedList"/>
    <dgm:cxn modelId="{A7EAEC4A-B611-43B2-A63F-57437C30407A}" type="presParOf" srcId="{907F919D-8D99-4194-8701-E42146F3480D}" destId="{26EA338E-8EB9-4EF0-8693-7C9712010991}" srcOrd="1" destOrd="0" presId="urn:microsoft.com/office/officeart/2008/layout/LinedList"/>
    <dgm:cxn modelId="{86EC05A4-9709-4AD4-8D7B-CCA7E9CE5CE5}" type="presParOf" srcId="{26EA338E-8EB9-4EF0-8693-7C9712010991}" destId="{A17E6E98-2586-468E-9343-455615324A85}" srcOrd="0" destOrd="0" presId="urn:microsoft.com/office/officeart/2008/layout/LinedList"/>
    <dgm:cxn modelId="{33805B6C-9B5F-428C-ADC2-7C164ECA5192}" type="presParOf" srcId="{26EA338E-8EB9-4EF0-8693-7C9712010991}" destId="{0F04FA55-75BD-442D-8A6E-DCE26D7B99DE}" srcOrd="1" destOrd="0" presId="urn:microsoft.com/office/officeart/2008/layout/LinedList"/>
    <dgm:cxn modelId="{515E708B-7B4E-48A7-AB07-964D7828D96F}" type="presParOf" srcId="{0F04FA55-75BD-442D-8A6E-DCE26D7B99DE}" destId="{22603FB7-2F21-4E8E-BD5B-7DF4568D9B40}" srcOrd="0" destOrd="0" presId="urn:microsoft.com/office/officeart/2008/layout/LinedList"/>
    <dgm:cxn modelId="{552ECE42-DC44-49E4-8E6B-B9DD4C5F1106}" type="presParOf" srcId="{0F04FA55-75BD-442D-8A6E-DCE26D7B99DE}" destId="{755BCB5A-E409-467C-A966-D6082182F228}" srcOrd="1" destOrd="0" presId="urn:microsoft.com/office/officeart/2008/layout/LinedList"/>
    <dgm:cxn modelId="{896125F8-9365-42F7-8076-1CDE4E9C4CAD}" type="presParOf" srcId="{755BCB5A-E409-467C-A966-D6082182F228}" destId="{6FB027BF-6A4B-423B-B6F1-687C99133B88}" srcOrd="0" destOrd="0" presId="urn:microsoft.com/office/officeart/2008/layout/LinedList"/>
    <dgm:cxn modelId="{25ADFAB8-A6CD-4FCA-889F-3EA862DA8EB8}" type="presParOf" srcId="{755BCB5A-E409-467C-A966-D6082182F228}" destId="{F4242498-CFE5-4430-AC23-64A23C8605C1}" srcOrd="1" destOrd="0" presId="urn:microsoft.com/office/officeart/2008/layout/LinedList"/>
    <dgm:cxn modelId="{9C63C6D5-B786-4D11-9A1A-281B4FD287D4}" type="presParOf" srcId="{755BCB5A-E409-467C-A966-D6082182F228}" destId="{CC92200B-65D6-4A00-A5AC-B71CB208CC63}" srcOrd="2" destOrd="0" presId="urn:microsoft.com/office/officeart/2008/layout/LinedList"/>
    <dgm:cxn modelId="{AF634F73-3D34-4096-90B8-B883912EF247}" type="presParOf" srcId="{0F04FA55-75BD-442D-8A6E-DCE26D7B99DE}" destId="{A1AFBBCB-C3F9-4651-A5E4-97E8E6CD24D5}" srcOrd="2" destOrd="0" presId="urn:microsoft.com/office/officeart/2008/layout/LinedList"/>
    <dgm:cxn modelId="{68EE657F-11F8-4AC2-B33F-7C77C2A877F9}" type="presParOf" srcId="{0F04FA55-75BD-442D-8A6E-DCE26D7B99DE}" destId="{37226F65-8AA6-45E6-AF98-CF0504F340F3}" srcOrd="3" destOrd="0" presId="urn:microsoft.com/office/officeart/2008/layout/LinedList"/>
    <dgm:cxn modelId="{037EE95B-E96D-4F3B-B047-761671346942}" type="presParOf" srcId="{0F04FA55-75BD-442D-8A6E-DCE26D7B99DE}" destId="{4F4241EA-270B-493F-8D20-999B83628E2C}" srcOrd="4" destOrd="0" presId="urn:microsoft.com/office/officeart/2008/layout/LinedList"/>
    <dgm:cxn modelId="{6434F590-CE04-48E8-94D5-16FADA8F2233}" type="presParOf" srcId="{4F4241EA-270B-493F-8D20-999B83628E2C}" destId="{AB45C8BE-C417-45B3-885C-9A61DC6985B4}" srcOrd="0" destOrd="0" presId="urn:microsoft.com/office/officeart/2008/layout/LinedList"/>
    <dgm:cxn modelId="{6B9CE309-2670-4163-B942-A58416A86B17}" type="presParOf" srcId="{4F4241EA-270B-493F-8D20-999B83628E2C}" destId="{BB30970D-FF87-4A47-A73F-08B92B69D188}" srcOrd="1" destOrd="0" presId="urn:microsoft.com/office/officeart/2008/layout/LinedList"/>
    <dgm:cxn modelId="{665CEB6C-1EB6-4917-9796-630191ED9C6F}" type="presParOf" srcId="{4F4241EA-270B-493F-8D20-999B83628E2C}" destId="{23ACD9A8-A78E-408F-84CC-81B877CD0BF1}" srcOrd="2" destOrd="0" presId="urn:microsoft.com/office/officeart/2008/layout/LinedList"/>
    <dgm:cxn modelId="{A3A37F18-06E2-40BD-8572-053B6BB375FD}" type="presParOf" srcId="{0F04FA55-75BD-442D-8A6E-DCE26D7B99DE}" destId="{43A93155-D712-4E10-A8D3-3B3959544061}" srcOrd="5" destOrd="0" presId="urn:microsoft.com/office/officeart/2008/layout/LinedList"/>
    <dgm:cxn modelId="{B93E66E7-5505-4819-B562-FD26ED023E55}" type="presParOf" srcId="{0F04FA55-75BD-442D-8A6E-DCE26D7B99DE}" destId="{F9F6E695-AC8D-4FFF-B7BC-164C06E43BBD}" srcOrd="6" destOrd="0" presId="urn:microsoft.com/office/officeart/2008/layout/LinedList"/>
    <dgm:cxn modelId="{D45E9766-2BDD-4A36-8284-B7BC7FFC9770}" type="presParOf" srcId="{0F04FA55-75BD-442D-8A6E-DCE26D7B99DE}" destId="{415BD80D-EE73-4B8D-B05A-9076BA5EA4A4}" srcOrd="7" destOrd="0" presId="urn:microsoft.com/office/officeart/2008/layout/LinedList"/>
    <dgm:cxn modelId="{2B78BD0F-93DB-4972-8FFB-C2EFCA32DC81}" type="presParOf" srcId="{415BD80D-EE73-4B8D-B05A-9076BA5EA4A4}" destId="{53FFFA27-64FF-427E-84FF-476CD91F6AA4}" srcOrd="0" destOrd="0" presId="urn:microsoft.com/office/officeart/2008/layout/LinedList"/>
    <dgm:cxn modelId="{41659559-0064-4EDE-8BAA-89454BFF5A30}" type="presParOf" srcId="{415BD80D-EE73-4B8D-B05A-9076BA5EA4A4}" destId="{D26A29D8-0A35-461B-8C35-652B02E299BD}" srcOrd="1" destOrd="0" presId="urn:microsoft.com/office/officeart/2008/layout/LinedList"/>
    <dgm:cxn modelId="{458A0235-8A8A-4E91-A2E4-9F62C63A8CDD}" type="presParOf" srcId="{415BD80D-EE73-4B8D-B05A-9076BA5EA4A4}" destId="{978C3DD2-169B-4B71-B6CC-6C4F991BDEB0}" srcOrd="2" destOrd="0" presId="urn:microsoft.com/office/officeart/2008/layout/LinedList"/>
    <dgm:cxn modelId="{FB9B35C5-4849-4D97-9B4D-62B66AC9D2CD}" type="presParOf" srcId="{0F04FA55-75BD-442D-8A6E-DCE26D7B99DE}" destId="{31376A3C-42B2-4654-A25B-B30F3F6B54CB}" srcOrd="8" destOrd="0" presId="urn:microsoft.com/office/officeart/2008/layout/LinedList"/>
    <dgm:cxn modelId="{CEEA4AB5-5F6D-43DC-893F-0B91CEF23E94}" type="presParOf" srcId="{0F04FA55-75BD-442D-8A6E-DCE26D7B99DE}" destId="{A1775506-98A8-4DEE-8332-881E0B1FDE6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D68FC90-026A-461D-BE9F-7F23D4983A5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2C8CAC-8DE0-454A-849B-0BA32B44147D}">
      <dgm:prSet/>
      <dgm:spPr/>
      <dgm:t>
        <a:bodyPr/>
        <a:lstStyle/>
        <a:p>
          <a:r>
            <a:rPr lang="en-US" b="1">
              <a:latin typeface="Montserrat" panose="00000500000000000000" pitchFamily="2" charset="0"/>
            </a:rPr>
            <a:t>Scenario</a:t>
          </a:r>
          <a:endParaRPr lang="en-US">
            <a:latin typeface="Montserrat" panose="00000500000000000000" pitchFamily="2" charset="0"/>
          </a:endParaRPr>
        </a:p>
      </dgm:t>
    </dgm:pt>
    <dgm:pt modelId="{98B299B3-082C-4DE6-A0E0-38847F3E8F39}" type="parTrans" cxnId="{24C8AB9B-F820-477C-AEFC-6B9004B31952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5C5D1BB7-B968-43CE-9EAA-6B17DE59343A}" type="sibTrans" cxnId="{24C8AB9B-F820-477C-AEFC-6B9004B31952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CB28B868-56A3-4F82-A2C7-2AAC91D5FF40}">
      <dgm:prSet/>
      <dgm:spPr/>
      <dgm:t>
        <a:bodyPr/>
        <a:lstStyle/>
        <a:p>
          <a:r>
            <a:rPr lang="en-US" dirty="0">
              <a:latin typeface="Montserrat" panose="00000500000000000000" pitchFamily="2" charset="0"/>
            </a:rPr>
            <a:t>A company maintains employee data in two separate tables:</a:t>
          </a:r>
        </a:p>
      </dgm:t>
    </dgm:pt>
    <dgm:pt modelId="{581C7360-0CEA-4424-A484-3227DB45A360}" type="parTrans" cxnId="{DE32D339-C732-4C69-A6C3-2F39CCD4084E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44C4CA78-93DD-4B22-A539-B7F74F1E80A4}" type="sibTrans" cxnId="{DE32D339-C732-4C69-A6C3-2F39CCD4084E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8140076F-38D5-4C49-8340-340AC2CA2DE4}">
      <dgm:prSet/>
      <dgm:spPr/>
      <dgm:t>
        <a:bodyPr/>
        <a:lstStyle/>
        <a:p>
          <a:r>
            <a:rPr lang="en-US" b="1" dirty="0">
              <a:latin typeface="Montserrat" panose="00000500000000000000" pitchFamily="2" charset="0"/>
            </a:rPr>
            <a:t>Employees Table</a:t>
          </a:r>
          <a:r>
            <a:rPr lang="en-US" dirty="0">
              <a:latin typeface="Montserrat" panose="00000500000000000000" pitchFamily="2" charset="0"/>
            </a:rPr>
            <a:t> (General Employee Information)</a:t>
          </a:r>
        </a:p>
      </dgm:t>
    </dgm:pt>
    <dgm:pt modelId="{93C46F3C-D257-4563-8C21-FD14CF8DADCE}" type="parTrans" cxnId="{E273E8F2-2BED-4F11-9931-FA166D3C76E5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52866DA7-9E0C-4098-AAFF-E44CB7F7C27D}" type="sibTrans" cxnId="{E273E8F2-2BED-4F11-9931-FA166D3C76E5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0438BF14-7DEE-47DD-B088-00F018555C11}">
      <dgm:prSet/>
      <dgm:spPr/>
      <dgm:t>
        <a:bodyPr/>
        <a:lstStyle/>
        <a:p>
          <a:r>
            <a:rPr lang="en-US" b="1" dirty="0">
              <a:latin typeface="Montserrat" panose="00000500000000000000" pitchFamily="2" charset="0"/>
            </a:rPr>
            <a:t>Salaries Table</a:t>
          </a:r>
          <a:r>
            <a:rPr lang="en-US" dirty="0">
              <a:latin typeface="Montserrat" panose="00000500000000000000" pitchFamily="2" charset="0"/>
            </a:rPr>
            <a:t> (Salary Details)</a:t>
          </a:r>
        </a:p>
      </dgm:t>
    </dgm:pt>
    <dgm:pt modelId="{8AE2E6D4-9642-4ACD-A069-ED87AFE5F828}" type="parTrans" cxnId="{63248B23-F0F2-4827-B494-5A7F833B5F68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8A2DB892-CEEC-4551-A166-96825A55F4CC}" type="sibTrans" cxnId="{63248B23-F0F2-4827-B494-5A7F833B5F68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5FE9CC18-7555-44F9-B599-218BF962EB08}">
      <dgm:prSet/>
      <dgm:spPr/>
      <dgm:t>
        <a:bodyPr/>
        <a:lstStyle/>
        <a:p>
          <a:r>
            <a:rPr lang="en-US" dirty="0">
              <a:latin typeface="Montserrat" panose="00000500000000000000" pitchFamily="2" charset="0"/>
            </a:rPr>
            <a:t>Each employee has a </a:t>
          </a:r>
          <a:r>
            <a:rPr lang="en-US" b="1" dirty="0">
              <a:latin typeface="Montserrat" panose="00000500000000000000" pitchFamily="2" charset="0"/>
            </a:rPr>
            <a:t>unique Employee ID</a:t>
          </a:r>
          <a:r>
            <a:rPr lang="en-US" dirty="0">
              <a:latin typeface="Montserrat" panose="00000500000000000000" pitchFamily="2" charset="0"/>
            </a:rPr>
            <a:t>, and each salary record also corresponds </a:t>
          </a:r>
          <a:r>
            <a:rPr lang="en-US" b="1" dirty="0">
              <a:latin typeface="Montserrat" panose="00000500000000000000" pitchFamily="2" charset="0"/>
            </a:rPr>
            <a:t>only to one employee</a:t>
          </a:r>
          <a:r>
            <a:rPr lang="en-US" dirty="0">
              <a:latin typeface="Montserrat" panose="00000500000000000000" pitchFamily="2" charset="0"/>
            </a:rPr>
            <a:t>. Since no employee has multiple salary records, this is a </a:t>
          </a:r>
          <a:r>
            <a:rPr lang="en-US" b="1" dirty="0">
              <a:latin typeface="Montserrat" panose="00000500000000000000" pitchFamily="2" charset="0"/>
            </a:rPr>
            <a:t>One-to-One relationship</a:t>
          </a:r>
          <a:r>
            <a:rPr lang="en-US" dirty="0">
              <a:latin typeface="Montserrat" panose="00000500000000000000" pitchFamily="2" charset="0"/>
            </a:rPr>
            <a:t>.</a:t>
          </a:r>
        </a:p>
      </dgm:t>
    </dgm:pt>
    <dgm:pt modelId="{E88A5300-763F-42F6-9A26-9C1DAA148CF8}" type="parTrans" cxnId="{9419332D-4B08-44C7-B202-92FA5C575128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A3051DB4-7DE4-4953-9A64-91C606322C30}" type="sibTrans" cxnId="{9419332D-4B08-44C7-B202-92FA5C575128}">
      <dgm:prSet/>
      <dgm:spPr/>
      <dgm:t>
        <a:bodyPr/>
        <a:lstStyle/>
        <a:p>
          <a:endParaRPr lang="en-US">
            <a:latin typeface="Montserrat" panose="00000500000000000000" pitchFamily="2" charset="0"/>
          </a:endParaRPr>
        </a:p>
      </dgm:t>
    </dgm:pt>
    <dgm:pt modelId="{EF0ADE9B-3C94-4A29-B5A0-EB681F7338EE}" type="pres">
      <dgm:prSet presAssocID="{ED68FC90-026A-461D-BE9F-7F23D4983A53}" presName="vert0" presStyleCnt="0">
        <dgm:presLayoutVars>
          <dgm:dir/>
          <dgm:animOne val="branch"/>
          <dgm:animLvl val="lvl"/>
        </dgm:presLayoutVars>
      </dgm:prSet>
      <dgm:spPr/>
    </dgm:pt>
    <dgm:pt modelId="{B32F23BF-2126-4E6F-862F-E22A44F03126}" type="pres">
      <dgm:prSet presAssocID="{7D2C8CAC-8DE0-454A-849B-0BA32B44147D}" presName="thickLine" presStyleLbl="alignNode1" presStyleIdx="0" presStyleCnt="1"/>
      <dgm:spPr/>
    </dgm:pt>
    <dgm:pt modelId="{BFA250DC-1CB7-40AE-8789-1E54C865A00A}" type="pres">
      <dgm:prSet presAssocID="{7D2C8CAC-8DE0-454A-849B-0BA32B44147D}" presName="horz1" presStyleCnt="0"/>
      <dgm:spPr/>
    </dgm:pt>
    <dgm:pt modelId="{0C1BA797-65A9-4169-B82C-BBE006FA61B7}" type="pres">
      <dgm:prSet presAssocID="{7D2C8CAC-8DE0-454A-849B-0BA32B44147D}" presName="tx1" presStyleLbl="revTx" presStyleIdx="0" presStyleCnt="5"/>
      <dgm:spPr/>
    </dgm:pt>
    <dgm:pt modelId="{543504EB-AA6A-458D-A541-DC8BF9FBF00C}" type="pres">
      <dgm:prSet presAssocID="{7D2C8CAC-8DE0-454A-849B-0BA32B44147D}" presName="vert1" presStyleCnt="0"/>
      <dgm:spPr/>
    </dgm:pt>
    <dgm:pt modelId="{F62D666B-2219-45B0-B309-542D5ECB3E88}" type="pres">
      <dgm:prSet presAssocID="{CB28B868-56A3-4F82-A2C7-2AAC91D5FF40}" presName="vertSpace2a" presStyleCnt="0"/>
      <dgm:spPr/>
    </dgm:pt>
    <dgm:pt modelId="{85D566C9-8796-4054-B1BB-11905D0F0721}" type="pres">
      <dgm:prSet presAssocID="{CB28B868-56A3-4F82-A2C7-2AAC91D5FF40}" presName="horz2" presStyleCnt="0"/>
      <dgm:spPr/>
    </dgm:pt>
    <dgm:pt modelId="{A2338B4F-65AE-41F2-B6EB-41E207B828DF}" type="pres">
      <dgm:prSet presAssocID="{CB28B868-56A3-4F82-A2C7-2AAC91D5FF40}" presName="horzSpace2" presStyleCnt="0"/>
      <dgm:spPr/>
    </dgm:pt>
    <dgm:pt modelId="{E33E8EDC-4C5C-428D-B34F-9F993A0CEE00}" type="pres">
      <dgm:prSet presAssocID="{CB28B868-56A3-4F82-A2C7-2AAC91D5FF40}" presName="tx2" presStyleLbl="revTx" presStyleIdx="1" presStyleCnt="5" custScaleX="142152"/>
      <dgm:spPr/>
    </dgm:pt>
    <dgm:pt modelId="{87F1F412-B383-447A-BBFD-0329A3B2F3BF}" type="pres">
      <dgm:prSet presAssocID="{CB28B868-56A3-4F82-A2C7-2AAC91D5FF40}" presName="vert2" presStyleCnt="0"/>
      <dgm:spPr/>
    </dgm:pt>
    <dgm:pt modelId="{E3B2F358-F1C7-4002-B1CB-459455E19FCC}" type="pres">
      <dgm:prSet presAssocID="{8140076F-38D5-4C49-8340-340AC2CA2DE4}" presName="horz3" presStyleCnt="0"/>
      <dgm:spPr/>
    </dgm:pt>
    <dgm:pt modelId="{209466BA-377F-4504-957F-2B44A2919ACC}" type="pres">
      <dgm:prSet presAssocID="{8140076F-38D5-4C49-8340-340AC2CA2DE4}" presName="horzSpace3" presStyleCnt="0"/>
      <dgm:spPr/>
    </dgm:pt>
    <dgm:pt modelId="{CDFC1F5D-E651-4AFD-9A47-9CB7008B6524}" type="pres">
      <dgm:prSet presAssocID="{8140076F-38D5-4C49-8340-340AC2CA2DE4}" presName="tx3" presStyleLbl="revTx" presStyleIdx="2" presStyleCnt="5" custLinFactNeighborX="32360" custLinFactNeighborY="-1461"/>
      <dgm:spPr/>
    </dgm:pt>
    <dgm:pt modelId="{543A68AB-EB4E-4B27-87A6-D35CA752DC98}" type="pres">
      <dgm:prSet presAssocID="{8140076F-38D5-4C49-8340-340AC2CA2DE4}" presName="vert3" presStyleCnt="0"/>
      <dgm:spPr/>
    </dgm:pt>
    <dgm:pt modelId="{58C1571C-0427-4F39-BE07-EA52483D50D9}" type="pres">
      <dgm:prSet presAssocID="{52866DA7-9E0C-4098-AAFF-E44CB7F7C27D}" presName="thinLine3" presStyleLbl="callout" presStyleIdx="0" presStyleCnt="3" custLinFactNeighborX="36256" custLinFactNeighborY="-1461"/>
      <dgm:spPr/>
    </dgm:pt>
    <dgm:pt modelId="{B822270F-1E38-40F4-8604-BB1971AAF5A1}" type="pres">
      <dgm:prSet presAssocID="{0438BF14-7DEE-47DD-B088-00F018555C11}" presName="horz3" presStyleCnt="0"/>
      <dgm:spPr/>
    </dgm:pt>
    <dgm:pt modelId="{619CAB1E-728C-40BC-8754-0D8803668EB4}" type="pres">
      <dgm:prSet presAssocID="{0438BF14-7DEE-47DD-B088-00F018555C11}" presName="horzSpace3" presStyleCnt="0"/>
      <dgm:spPr/>
    </dgm:pt>
    <dgm:pt modelId="{299D27E5-4A0F-497F-8A08-DB155637CD73}" type="pres">
      <dgm:prSet presAssocID="{0438BF14-7DEE-47DD-B088-00F018555C11}" presName="tx3" presStyleLbl="revTx" presStyleIdx="3" presStyleCnt="5" custLinFactNeighborX="32360" custLinFactNeighborY="-1461"/>
      <dgm:spPr/>
    </dgm:pt>
    <dgm:pt modelId="{6C2C6B83-9E36-46D2-8AF9-E9138595328C}" type="pres">
      <dgm:prSet presAssocID="{0438BF14-7DEE-47DD-B088-00F018555C11}" presName="vert3" presStyleCnt="0"/>
      <dgm:spPr/>
    </dgm:pt>
    <dgm:pt modelId="{67F320CD-C774-4F58-8D5A-52E5DCB80653}" type="pres">
      <dgm:prSet presAssocID="{CB28B868-56A3-4F82-A2C7-2AAC91D5FF40}" presName="thinLine2b" presStyleLbl="callout" presStyleIdx="1" presStyleCnt="3" custSzY="45720" custScaleX="152019" custLinFactNeighborX="27019" custLinFactNeighborY="9321"/>
      <dgm:spPr/>
    </dgm:pt>
    <dgm:pt modelId="{8E825FA0-1EB3-43CE-A01A-084303CA3629}" type="pres">
      <dgm:prSet presAssocID="{CB28B868-56A3-4F82-A2C7-2AAC91D5FF40}" presName="vertSpace2b" presStyleCnt="0"/>
      <dgm:spPr/>
    </dgm:pt>
    <dgm:pt modelId="{C5F18AB4-6227-4EF1-AAB2-419AF018461B}" type="pres">
      <dgm:prSet presAssocID="{5FE9CC18-7555-44F9-B599-218BF962EB08}" presName="horz2" presStyleCnt="0"/>
      <dgm:spPr/>
    </dgm:pt>
    <dgm:pt modelId="{9C8DA8EA-2D98-4110-9CE8-76E5C88D5429}" type="pres">
      <dgm:prSet presAssocID="{5FE9CC18-7555-44F9-B599-218BF962EB08}" presName="horzSpace2" presStyleCnt="0"/>
      <dgm:spPr/>
    </dgm:pt>
    <dgm:pt modelId="{B09B3A89-D9B6-4E9F-8FF5-884D9762748D}" type="pres">
      <dgm:prSet presAssocID="{5FE9CC18-7555-44F9-B599-218BF962EB08}" presName="tx2" presStyleLbl="revTx" presStyleIdx="4" presStyleCnt="5" custScaleX="306006"/>
      <dgm:spPr/>
    </dgm:pt>
    <dgm:pt modelId="{1F5C52C2-9FE3-4E70-8C76-239F2DE2B124}" type="pres">
      <dgm:prSet presAssocID="{5FE9CC18-7555-44F9-B599-218BF962EB08}" presName="vert2" presStyleCnt="0"/>
      <dgm:spPr/>
    </dgm:pt>
    <dgm:pt modelId="{AF5B36A3-9A81-44A8-9A4F-0859E043404C}" type="pres">
      <dgm:prSet presAssocID="{5FE9CC18-7555-44F9-B599-218BF962EB08}" presName="thinLine2b" presStyleLbl="callout" presStyleIdx="2" presStyleCnt="3"/>
      <dgm:spPr/>
    </dgm:pt>
    <dgm:pt modelId="{3664DE37-4505-4A1C-9693-5D148619C392}" type="pres">
      <dgm:prSet presAssocID="{5FE9CC18-7555-44F9-B599-218BF962EB08}" presName="vertSpace2b" presStyleCnt="0"/>
      <dgm:spPr/>
    </dgm:pt>
  </dgm:ptLst>
  <dgm:cxnLst>
    <dgm:cxn modelId="{63248B23-F0F2-4827-B494-5A7F833B5F68}" srcId="{CB28B868-56A3-4F82-A2C7-2AAC91D5FF40}" destId="{0438BF14-7DEE-47DD-B088-00F018555C11}" srcOrd="1" destOrd="0" parTransId="{8AE2E6D4-9642-4ACD-A069-ED87AFE5F828}" sibTransId="{8A2DB892-CEEC-4551-A166-96825A55F4CC}"/>
    <dgm:cxn modelId="{9419332D-4B08-44C7-B202-92FA5C575128}" srcId="{7D2C8CAC-8DE0-454A-849B-0BA32B44147D}" destId="{5FE9CC18-7555-44F9-B599-218BF962EB08}" srcOrd="1" destOrd="0" parTransId="{E88A5300-763F-42F6-9A26-9C1DAA148CF8}" sibTransId="{A3051DB4-7DE4-4953-9A64-91C606322C30}"/>
    <dgm:cxn modelId="{DE32D339-C732-4C69-A6C3-2F39CCD4084E}" srcId="{7D2C8CAC-8DE0-454A-849B-0BA32B44147D}" destId="{CB28B868-56A3-4F82-A2C7-2AAC91D5FF40}" srcOrd="0" destOrd="0" parTransId="{581C7360-0CEA-4424-A484-3227DB45A360}" sibTransId="{44C4CA78-93DD-4B22-A539-B7F74F1E80A4}"/>
    <dgm:cxn modelId="{4234AE5D-CDCB-4684-B285-C936B678FEB6}" type="presOf" srcId="{ED68FC90-026A-461D-BE9F-7F23D4983A53}" destId="{EF0ADE9B-3C94-4A29-B5A0-EB681F7338EE}" srcOrd="0" destOrd="0" presId="urn:microsoft.com/office/officeart/2008/layout/LinedList"/>
    <dgm:cxn modelId="{F358307D-4517-4CC8-AB7D-17A768307DF7}" type="presOf" srcId="{7D2C8CAC-8DE0-454A-849B-0BA32B44147D}" destId="{0C1BA797-65A9-4169-B82C-BBE006FA61B7}" srcOrd="0" destOrd="0" presId="urn:microsoft.com/office/officeart/2008/layout/LinedList"/>
    <dgm:cxn modelId="{24C8AB9B-F820-477C-AEFC-6B9004B31952}" srcId="{ED68FC90-026A-461D-BE9F-7F23D4983A53}" destId="{7D2C8CAC-8DE0-454A-849B-0BA32B44147D}" srcOrd="0" destOrd="0" parTransId="{98B299B3-082C-4DE6-A0E0-38847F3E8F39}" sibTransId="{5C5D1BB7-B968-43CE-9EAA-6B17DE59343A}"/>
    <dgm:cxn modelId="{DE013AAC-657A-4706-82D5-5CE934699705}" type="presOf" srcId="{5FE9CC18-7555-44F9-B599-218BF962EB08}" destId="{B09B3A89-D9B6-4E9F-8FF5-884D9762748D}" srcOrd="0" destOrd="0" presId="urn:microsoft.com/office/officeart/2008/layout/LinedList"/>
    <dgm:cxn modelId="{580020B6-DF92-4848-B15A-688C3EAC551B}" type="presOf" srcId="{0438BF14-7DEE-47DD-B088-00F018555C11}" destId="{299D27E5-4A0F-497F-8A08-DB155637CD73}" srcOrd="0" destOrd="0" presId="urn:microsoft.com/office/officeart/2008/layout/LinedList"/>
    <dgm:cxn modelId="{10CBDAC3-6487-4EF8-8474-DB2B135E77DE}" type="presOf" srcId="{CB28B868-56A3-4F82-A2C7-2AAC91D5FF40}" destId="{E33E8EDC-4C5C-428D-B34F-9F993A0CEE00}" srcOrd="0" destOrd="0" presId="urn:microsoft.com/office/officeart/2008/layout/LinedList"/>
    <dgm:cxn modelId="{E273E8F2-2BED-4F11-9931-FA166D3C76E5}" srcId="{CB28B868-56A3-4F82-A2C7-2AAC91D5FF40}" destId="{8140076F-38D5-4C49-8340-340AC2CA2DE4}" srcOrd="0" destOrd="0" parTransId="{93C46F3C-D257-4563-8C21-FD14CF8DADCE}" sibTransId="{52866DA7-9E0C-4098-AAFF-E44CB7F7C27D}"/>
    <dgm:cxn modelId="{3B73DAFC-753D-4552-AAFC-D4002B1FD9DA}" type="presOf" srcId="{8140076F-38D5-4C49-8340-340AC2CA2DE4}" destId="{CDFC1F5D-E651-4AFD-9A47-9CB7008B6524}" srcOrd="0" destOrd="0" presId="urn:microsoft.com/office/officeart/2008/layout/LinedList"/>
    <dgm:cxn modelId="{66199FF1-DB65-408D-B979-1F8EDB316E4F}" type="presParOf" srcId="{EF0ADE9B-3C94-4A29-B5A0-EB681F7338EE}" destId="{B32F23BF-2126-4E6F-862F-E22A44F03126}" srcOrd="0" destOrd="0" presId="urn:microsoft.com/office/officeart/2008/layout/LinedList"/>
    <dgm:cxn modelId="{71019E08-5D68-4924-A879-6641D291FB71}" type="presParOf" srcId="{EF0ADE9B-3C94-4A29-B5A0-EB681F7338EE}" destId="{BFA250DC-1CB7-40AE-8789-1E54C865A00A}" srcOrd="1" destOrd="0" presId="urn:microsoft.com/office/officeart/2008/layout/LinedList"/>
    <dgm:cxn modelId="{E9B27645-5569-44A3-BB6B-BC83A0ACC108}" type="presParOf" srcId="{BFA250DC-1CB7-40AE-8789-1E54C865A00A}" destId="{0C1BA797-65A9-4169-B82C-BBE006FA61B7}" srcOrd="0" destOrd="0" presId="urn:microsoft.com/office/officeart/2008/layout/LinedList"/>
    <dgm:cxn modelId="{95733B49-A249-41C8-AE27-98A537C71CC4}" type="presParOf" srcId="{BFA250DC-1CB7-40AE-8789-1E54C865A00A}" destId="{543504EB-AA6A-458D-A541-DC8BF9FBF00C}" srcOrd="1" destOrd="0" presId="urn:microsoft.com/office/officeart/2008/layout/LinedList"/>
    <dgm:cxn modelId="{3CAA3F80-8C28-4223-A208-8B1FCD2A467D}" type="presParOf" srcId="{543504EB-AA6A-458D-A541-DC8BF9FBF00C}" destId="{F62D666B-2219-45B0-B309-542D5ECB3E88}" srcOrd="0" destOrd="0" presId="urn:microsoft.com/office/officeart/2008/layout/LinedList"/>
    <dgm:cxn modelId="{5376F0FE-AAAB-49E9-9F34-64EEF43E66CE}" type="presParOf" srcId="{543504EB-AA6A-458D-A541-DC8BF9FBF00C}" destId="{85D566C9-8796-4054-B1BB-11905D0F0721}" srcOrd="1" destOrd="0" presId="urn:microsoft.com/office/officeart/2008/layout/LinedList"/>
    <dgm:cxn modelId="{455EF37A-81D7-4495-B194-8DEDA8C85A70}" type="presParOf" srcId="{85D566C9-8796-4054-B1BB-11905D0F0721}" destId="{A2338B4F-65AE-41F2-B6EB-41E207B828DF}" srcOrd="0" destOrd="0" presId="urn:microsoft.com/office/officeart/2008/layout/LinedList"/>
    <dgm:cxn modelId="{9B0BBBEC-9888-469D-AE32-70135C3F70EE}" type="presParOf" srcId="{85D566C9-8796-4054-B1BB-11905D0F0721}" destId="{E33E8EDC-4C5C-428D-B34F-9F993A0CEE00}" srcOrd="1" destOrd="0" presId="urn:microsoft.com/office/officeart/2008/layout/LinedList"/>
    <dgm:cxn modelId="{D9B13BAA-F4DD-4FCC-9697-9EF606597382}" type="presParOf" srcId="{85D566C9-8796-4054-B1BB-11905D0F0721}" destId="{87F1F412-B383-447A-BBFD-0329A3B2F3BF}" srcOrd="2" destOrd="0" presId="urn:microsoft.com/office/officeart/2008/layout/LinedList"/>
    <dgm:cxn modelId="{B8F081A7-2F44-4BE5-AC34-11257F35A2DB}" type="presParOf" srcId="{87F1F412-B383-447A-BBFD-0329A3B2F3BF}" destId="{E3B2F358-F1C7-4002-B1CB-459455E19FCC}" srcOrd="0" destOrd="0" presId="urn:microsoft.com/office/officeart/2008/layout/LinedList"/>
    <dgm:cxn modelId="{B055B79F-EB45-4BAF-9B31-1CD793A90DAD}" type="presParOf" srcId="{E3B2F358-F1C7-4002-B1CB-459455E19FCC}" destId="{209466BA-377F-4504-957F-2B44A2919ACC}" srcOrd="0" destOrd="0" presId="urn:microsoft.com/office/officeart/2008/layout/LinedList"/>
    <dgm:cxn modelId="{C5357D04-88BB-4220-9572-72224192DFBB}" type="presParOf" srcId="{E3B2F358-F1C7-4002-B1CB-459455E19FCC}" destId="{CDFC1F5D-E651-4AFD-9A47-9CB7008B6524}" srcOrd="1" destOrd="0" presId="urn:microsoft.com/office/officeart/2008/layout/LinedList"/>
    <dgm:cxn modelId="{967F80FE-75F3-4B43-82B5-3B1A3F4BC7DC}" type="presParOf" srcId="{E3B2F358-F1C7-4002-B1CB-459455E19FCC}" destId="{543A68AB-EB4E-4B27-87A6-D35CA752DC98}" srcOrd="2" destOrd="0" presId="urn:microsoft.com/office/officeart/2008/layout/LinedList"/>
    <dgm:cxn modelId="{8A7DB163-0E4E-4122-8E20-91F2DE768C60}" type="presParOf" srcId="{87F1F412-B383-447A-BBFD-0329A3B2F3BF}" destId="{58C1571C-0427-4F39-BE07-EA52483D50D9}" srcOrd="1" destOrd="0" presId="urn:microsoft.com/office/officeart/2008/layout/LinedList"/>
    <dgm:cxn modelId="{AC8BE1CA-911B-4AA7-BAB6-EFA626F2C491}" type="presParOf" srcId="{87F1F412-B383-447A-BBFD-0329A3B2F3BF}" destId="{B822270F-1E38-40F4-8604-BB1971AAF5A1}" srcOrd="2" destOrd="0" presId="urn:microsoft.com/office/officeart/2008/layout/LinedList"/>
    <dgm:cxn modelId="{BC93F49D-4479-4CA3-A4B4-8DA1DED904F2}" type="presParOf" srcId="{B822270F-1E38-40F4-8604-BB1971AAF5A1}" destId="{619CAB1E-728C-40BC-8754-0D8803668EB4}" srcOrd="0" destOrd="0" presId="urn:microsoft.com/office/officeart/2008/layout/LinedList"/>
    <dgm:cxn modelId="{8EAB9165-8BB2-498D-8545-468060BA14A2}" type="presParOf" srcId="{B822270F-1E38-40F4-8604-BB1971AAF5A1}" destId="{299D27E5-4A0F-497F-8A08-DB155637CD73}" srcOrd="1" destOrd="0" presId="urn:microsoft.com/office/officeart/2008/layout/LinedList"/>
    <dgm:cxn modelId="{534E2E46-3B33-4A55-A6E0-EBE5238027F0}" type="presParOf" srcId="{B822270F-1E38-40F4-8604-BB1971AAF5A1}" destId="{6C2C6B83-9E36-46D2-8AF9-E9138595328C}" srcOrd="2" destOrd="0" presId="urn:microsoft.com/office/officeart/2008/layout/LinedList"/>
    <dgm:cxn modelId="{14B86C04-04C7-4AAC-A11D-6EF635462C83}" type="presParOf" srcId="{543504EB-AA6A-458D-A541-DC8BF9FBF00C}" destId="{67F320CD-C774-4F58-8D5A-52E5DCB80653}" srcOrd="2" destOrd="0" presId="urn:microsoft.com/office/officeart/2008/layout/LinedList"/>
    <dgm:cxn modelId="{95BD1D9D-9BDA-46F6-92FB-CFAF10CE1BC0}" type="presParOf" srcId="{543504EB-AA6A-458D-A541-DC8BF9FBF00C}" destId="{8E825FA0-1EB3-43CE-A01A-084303CA3629}" srcOrd="3" destOrd="0" presId="urn:microsoft.com/office/officeart/2008/layout/LinedList"/>
    <dgm:cxn modelId="{555C77C8-267B-45EC-8145-1B35D8947142}" type="presParOf" srcId="{543504EB-AA6A-458D-A541-DC8BF9FBF00C}" destId="{C5F18AB4-6227-4EF1-AAB2-419AF018461B}" srcOrd="4" destOrd="0" presId="urn:microsoft.com/office/officeart/2008/layout/LinedList"/>
    <dgm:cxn modelId="{B4E2A622-BC49-4FE8-9294-C7259B1BF813}" type="presParOf" srcId="{C5F18AB4-6227-4EF1-AAB2-419AF018461B}" destId="{9C8DA8EA-2D98-4110-9CE8-76E5C88D5429}" srcOrd="0" destOrd="0" presId="urn:microsoft.com/office/officeart/2008/layout/LinedList"/>
    <dgm:cxn modelId="{AEA28F44-9157-45A9-8092-4158949B70FA}" type="presParOf" srcId="{C5F18AB4-6227-4EF1-AAB2-419AF018461B}" destId="{B09B3A89-D9B6-4E9F-8FF5-884D9762748D}" srcOrd="1" destOrd="0" presId="urn:microsoft.com/office/officeart/2008/layout/LinedList"/>
    <dgm:cxn modelId="{220E8250-C578-467A-94B4-959E10D6A48F}" type="presParOf" srcId="{C5F18AB4-6227-4EF1-AAB2-419AF018461B}" destId="{1F5C52C2-9FE3-4E70-8C76-239F2DE2B124}" srcOrd="2" destOrd="0" presId="urn:microsoft.com/office/officeart/2008/layout/LinedList"/>
    <dgm:cxn modelId="{DCFA4F22-8DC9-4A4E-8221-37D3C96A7289}" type="presParOf" srcId="{543504EB-AA6A-458D-A541-DC8BF9FBF00C}" destId="{AF5B36A3-9A81-44A8-9A4F-0859E043404C}" srcOrd="5" destOrd="0" presId="urn:microsoft.com/office/officeart/2008/layout/LinedList"/>
    <dgm:cxn modelId="{252295B4-A0BA-40E2-B617-0B93B14646C3}" type="presParOf" srcId="{543504EB-AA6A-458D-A541-DC8BF9FBF00C}" destId="{3664DE37-4505-4A1C-9693-5D148619C392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1615C62-991E-42FF-9184-D6CCCF09981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F4B269-A557-4CF5-B4A1-2D3537AA6695}">
      <dgm:prSet custT="1"/>
      <dgm:spPr/>
      <dgm:t>
        <a:bodyPr/>
        <a:lstStyle/>
        <a:p>
          <a:r>
            <a:rPr lang="en-US" sz="1600" b="1" dirty="0">
              <a:latin typeface="Montserrat" panose="00000500000000000000" pitchFamily="2" charset="0"/>
            </a:rPr>
            <a:t>Security &amp; Data Separation:</a:t>
          </a:r>
          <a:endParaRPr lang="en-US" sz="1600" dirty="0">
            <a:latin typeface="Montserrat" panose="00000500000000000000" pitchFamily="2" charset="0"/>
          </a:endParaRPr>
        </a:p>
      </dgm:t>
    </dgm:pt>
    <dgm:pt modelId="{7B28B4FD-BA79-4936-AA7E-28A789A8883B}" type="parTrans" cxnId="{F91C06C5-8D28-4455-820A-8CCBFE54B5BA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4FB83852-B9F0-473F-9D24-30BA3CF39377}" type="sibTrans" cxnId="{F91C06C5-8D28-4455-820A-8CCBFE54B5BA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B0187162-662E-4AA8-8BFD-CE05D4FB1991}">
      <dgm:prSet custT="1"/>
      <dgm:spPr/>
      <dgm:t>
        <a:bodyPr/>
        <a:lstStyle/>
        <a:p>
          <a:r>
            <a:rPr lang="en-US" sz="1600">
              <a:latin typeface="Montserrat" panose="00000500000000000000" pitchFamily="2" charset="0"/>
            </a:rPr>
            <a:t>If salary data is confidential, it can be stored in a separate table with restricted access.</a:t>
          </a:r>
        </a:p>
      </dgm:t>
    </dgm:pt>
    <dgm:pt modelId="{6FA24749-7F15-461F-A99E-6DEA1583BEF4}" type="parTrans" cxnId="{BB301A7D-9787-4B65-8A67-ACDA57106084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6E07F896-6B8A-4C08-9768-59C0F7D1A3A2}" type="sibTrans" cxnId="{BB301A7D-9787-4B65-8A67-ACDA57106084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4598D17A-450E-4203-84E2-361E4BB1EB84}">
      <dgm:prSet custT="1"/>
      <dgm:spPr/>
      <dgm:t>
        <a:bodyPr/>
        <a:lstStyle/>
        <a:p>
          <a:r>
            <a:rPr lang="en-US" sz="1600" b="1" dirty="0">
              <a:latin typeface="Montserrat" panose="00000500000000000000" pitchFamily="2" charset="0"/>
            </a:rPr>
            <a:t>Better Performance &amp; Data Organization:</a:t>
          </a:r>
          <a:endParaRPr lang="en-US" sz="1600" dirty="0">
            <a:latin typeface="Montserrat" panose="00000500000000000000" pitchFamily="2" charset="0"/>
          </a:endParaRPr>
        </a:p>
      </dgm:t>
    </dgm:pt>
    <dgm:pt modelId="{192FF1FC-F62C-4874-892F-CB86D38A6F72}" type="parTrans" cxnId="{24AF664B-A8B2-4C5C-A770-C8BFCB6935E5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C50ECD0D-4413-4EB1-8BD4-813AB5BE45A8}" type="sibTrans" cxnId="{24AF664B-A8B2-4C5C-A770-C8BFCB6935E5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CBEF53BB-1838-4DE8-85AA-18AA2931043E}">
      <dgm:prSet custT="1"/>
      <dgm:spPr/>
      <dgm:t>
        <a:bodyPr/>
        <a:lstStyle/>
        <a:p>
          <a:r>
            <a:rPr lang="en-US" sz="1600">
              <a:latin typeface="Montserrat" panose="00000500000000000000" pitchFamily="2" charset="0"/>
            </a:rPr>
            <a:t>Splitting large tables can improve Power BI performance.</a:t>
          </a:r>
        </a:p>
      </dgm:t>
    </dgm:pt>
    <dgm:pt modelId="{05768D3D-2C6C-4A4A-9581-43D51AEE30E5}" type="parTrans" cxnId="{077D6063-2367-4674-91D6-FEAD0BA32A6C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2E39A567-4E59-4F2F-9175-BCFD683D42BC}" type="sibTrans" cxnId="{077D6063-2367-4674-91D6-FEAD0BA32A6C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16A57EE0-ADE9-4F90-8C8F-EB2B53ED394E}">
      <dgm:prSet custT="1"/>
      <dgm:spPr/>
      <dgm:t>
        <a:bodyPr/>
        <a:lstStyle/>
        <a:p>
          <a:r>
            <a:rPr lang="en-US" sz="1600">
              <a:latin typeface="Montserrat" panose="00000500000000000000" pitchFamily="2" charset="0"/>
            </a:rPr>
            <a:t>Keeping sensitive information separate makes queries faster.</a:t>
          </a:r>
        </a:p>
      </dgm:t>
    </dgm:pt>
    <dgm:pt modelId="{F4D19C0A-463D-407A-AEC5-5F43D4CEBE5E}" type="parTrans" cxnId="{7CA2E77B-0A92-49F6-8E77-D9B22813F60D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30CC2B20-7ED3-4DA1-B365-84273F0D4C5B}" type="sibTrans" cxnId="{7CA2E77B-0A92-49F6-8E77-D9B22813F60D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4A1ED1D5-31AA-46C2-8F06-31D0C2D3CB87}">
      <dgm:prSet custT="1"/>
      <dgm:spPr/>
      <dgm:t>
        <a:bodyPr/>
        <a:lstStyle/>
        <a:p>
          <a:r>
            <a:rPr lang="en-US" sz="1600" b="1" dirty="0">
              <a:latin typeface="Montserrat" panose="00000500000000000000" pitchFamily="2" charset="0"/>
            </a:rPr>
            <a:t>Avoiding Unnecessary Data Duplication:</a:t>
          </a:r>
          <a:endParaRPr lang="en-US" sz="1600" dirty="0">
            <a:latin typeface="Montserrat" panose="00000500000000000000" pitchFamily="2" charset="0"/>
          </a:endParaRPr>
        </a:p>
      </dgm:t>
    </dgm:pt>
    <dgm:pt modelId="{C0EDB941-5834-4006-9EF0-9150B5B8D703}" type="parTrans" cxnId="{AD7C65E2-1C8A-4550-BADC-E2DF303A9289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19B36740-DD1B-46CF-BF11-19DB81F05B69}" type="sibTrans" cxnId="{AD7C65E2-1C8A-4550-BADC-E2DF303A9289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E4DC501D-810A-4736-8C1B-92757B926048}">
      <dgm:prSet custT="1"/>
      <dgm:spPr/>
      <dgm:t>
        <a:bodyPr/>
        <a:lstStyle/>
        <a:p>
          <a:r>
            <a:rPr lang="en-US" sz="1600">
              <a:latin typeface="Montserrat" panose="00000500000000000000" pitchFamily="2" charset="0"/>
            </a:rPr>
            <a:t>If all fields were combined in one table, it could make data management complex.</a:t>
          </a:r>
        </a:p>
      </dgm:t>
    </dgm:pt>
    <dgm:pt modelId="{0FE34C26-9454-4220-A027-0AC2F7B0D099}" type="parTrans" cxnId="{882DB7B6-4B47-4189-BBF2-B069ECBAC79A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650D3A3B-CCBF-4192-9294-F078741EE18F}" type="sibTrans" cxnId="{882DB7B6-4B47-4189-BBF2-B069ECBAC79A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94D66543-9D32-45CC-BF7F-B50B337C9C13}">
      <dgm:prSet custT="1"/>
      <dgm:spPr/>
      <dgm:t>
        <a:bodyPr/>
        <a:lstStyle/>
        <a:p>
          <a:r>
            <a:rPr lang="en-US" sz="1600">
              <a:latin typeface="Montserrat" panose="00000500000000000000" pitchFamily="2" charset="0"/>
            </a:rPr>
            <a:t>A One-to-One relation allows Power BI to retrieve salary data only when needed.</a:t>
          </a:r>
        </a:p>
      </dgm:t>
    </dgm:pt>
    <dgm:pt modelId="{C7BED85A-6035-4F4E-A2C4-1A3597298799}" type="parTrans" cxnId="{0E16F353-6A24-41BE-B2DC-B889FCCDA880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E102FB75-B569-443C-95DF-24C22CD89F63}" type="sibTrans" cxnId="{0E16F353-6A24-41BE-B2DC-B889FCCDA880}">
      <dgm:prSet/>
      <dgm:spPr/>
      <dgm:t>
        <a:bodyPr/>
        <a:lstStyle/>
        <a:p>
          <a:endParaRPr lang="en-US" sz="1400">
            <a:latin typeface="Montserrat" panose="00000500000000000000" pitchFamily="2" charset="0"/>
          </a:endParaRPr>
        </a:p>
      </dgm:t>
    </dgm:pt>
    <dgm:pt modelId="{E5068636-AD26-4C39-A5A6-7071C368DFF7}" type="pres">
      <dgm:prSet presAssocID="{B1615C62-991E-42FF-9184-D6CCCF09981C}" presName="vert0" presStyleCnt="0">
        <dgm:presLayoutVars>
          <dgm:dir/>
          <dgm:animOne val="branch"/>
          <dgm:animLvl val="lvl"/>
        </dgm:presLayoutVars>
      </dgm:prSet>
      <dgm:spPr/>
    </dgm:pt>
    <dgm:pt modelId="{D0FB7793-1C5E-49EB-B2C9-806637ECD64C}" type="pres">
      <dgm:prSet presAssocID="{91F4B269-A557-4CF5-B4A1-2D3537AA6695}" presName="thickLine" presStyleLbl="alignNode1" presStyleIdx="0" presStyleCnt="3"/>
      <dgm:spPr/>
    </dgm:pt>
    <dgm:pt modelId="{547529D0-C64B-4820-ACFE-73AF06BB5212}" type="pres">
      <dgm:prSet presAssocID="{91F4B269-A557-4CF5-B4A1-2D3537AA6695}" presName="horz1" presStyleCnt="0"/>
      <dgm:spPr/>
    </dgm:pt>
    <dgm:pt modelId="{2FA21A6B-A953-4191-BC3A-AE1C54F9D095}" type="pres">
      <dgm:prSet presAssocID="{91F4B269-A557-4CF5-B4A1-2D3537AA6695}" presName="tx1" presStyleLbl="revTx" presStyleIdx="0" presStyleCnt="8" custScaleX="119335"/>
      <dgm:spPr/>
    </dgm:pt>
    <dgm:pt modelId="{F7E30F3D-2EF3-4CDF-8C7C-0C6447AB9928}" type="pres">
      <dgm:prSet presAssocID="{91F4B269-A557-4CF5-B4A1-2D3537AA6695}" presName="vert1" presStyleCnt="0"/>
      <dgm:spPr/>
    </dgm:pt>
    <dgm:pt modelId="{C8F0367F-6E23-49B8-8ED5-2484A38CE0FD}" type="pres">
      <dgm:prSet presAssocID="{B0187162-662E-4AA8-8BFD-CE05D4FB1991}" presName="vertSpace2a" presStyleCnt="0"/>
      <dgm:spPr/>
    </dgm:pt>
    <dgm:pt modelId="{9C889040-9718-45EF-93F6-E86694C2247F}" type="pres">
      <dgm:prSet presAssocID="{B0187162-662E-4AA8-8BFD-CE05D4FB1991}" presName="horz2" presStyleCnt="0"/>
      <dgm:spPr/>
    </dgm:pt>
    <dgm:pt modelId="{F7034E96-FF28-4F1C-8473-19F71397B521}" type="pres">
      <dgm:prSet presAssocID="{B0187162-662E-4AA8-8BFD-CE05D4FB1991}" presName="horzSpace2" presStyleCnt="0"/>
      <dgm:spPr/>
    </dgm:pt>
    <dgm:pt modelId="{A748A773-D586-4101-8E26-CC726C9DD7B9}" type="pres">
      <dgm:prSet presAssocID="{B0187162-662E-4AA8-8BFD-CE05D4FB1991}" presName="tx2" presStyleLbl="revTx" presStyleIdx="1" presStyleCnt="8"/>
      <dgm:spPr/>
    </dgm:pt>
    <dgm:pt modelId="{A2358146-955B-4ACF-A1BF-5C3123166DA8}" type="pres">
      <dgm:prSet presAssocID="{B0187162-662E-4AA8-8BFD-CE05D4FB1991}" presName="vert2" presStyleCnt="0"/>
      <dgm:spPr/>
    </dgm:pt>
    <dgm:pt modelId="{02AEE4B1-D02E-4F7D-B589-EE3FB60C481B}" type="pres">
      <dgm:prSet presAssocID="{B0187162-662E-4AA8-8BFD-CE05D4FB1991}" presName="thinLine2b" presStyleLbl="callout" presStyleIdx="0" presStyleCnt="5"/>
      <dgm:spPr/>
    </dgm:pt>
    <dgm:pt modelId="{7B55938E-AF78-4387-B10B-EF816534B4E9}" type="pres">
      <dgm:prSet presAssocID="{B0187162-662E-4AA8-8BFD-CE05D4FB1991}" presName="vertSpace2b" presStyleCnt="0"/>
      <dgm:spPr/>
    </dgm:pt>
    <dgm:pt modelId="{7DB3DA54-2EEE-4083-BC9D-83E6D53E5A4C}" type="pres">
      <dgm:prSet presAssocID="{4598D17A-450E-4203-84E2-361E4BB1EB84}" presName="thickLine" presStyleLbl="alignNode1" presStyleIdx="1" presStyleCnt="3"/>
      <dgm:spPr/>
    </dgm:pt>
    <dgm:pt modelId="{69C5C4B0-02D3-4178-9314-600A5AE96F7F}" type="pres">
      <dgm:prSet presAssocID="{4598D17A-450E-4203-84E2-361E4BB1EB84}" presName="horz1" presStyleCnt="0"/>
      <dgm:spPr/>
    </dgm:pt>
    <dgm:pt modelId="{A44FAD8E-DAFA-45E6-9C47-6D9B8CB2A8DF}" type="pres">
      <dgm:prSet presAssocID="{4598D17A-450E-4203-84E2-361E4BB1EB84}" presName="tx1" presStyleLbl="revTx" presStyleIdx="2" presStyleCnt="8" custScaleX="119335"/>
      <dgm:spPr/>
    </dgm:pt>
    <dgm:pt modelId="{EA47C654-9EEA-4D6B-9DBC-0D014CC476B6}" type="pres">
      <dgm:prSet presAssocID="{4598D17A-450E-4203-84E2-361E4BB1EB84}" presName="vert1" presStyleCnt="0"/>
      <dgm:spPr/>
    </dgm:pt>
    <dgm:pt modelId="{67D133B7-023E-448E-8831-9A31B2144452}" type="pres">
      <dgm:prSet presAssocID="{CBEF53BB-1838-4DE8-85AA-18AA2931043E}" presName="vertSpace2a" presStyleCnt="0"/>
      <dgm:spPr/>
    </dgm:pt>
    <dgm:pt modelId="{40990164-1C1E-41CF-B93A-B76124D36592}" type="pres">
      <dgm:prSet presAssocID="{CBEF53BB-1838-4DE8-85AA-18AA2931043E}" presName="horz2" presStyleCnt="0"/>
      <dgm:spPr/>
    </dgm:pt>
    <dgm:pt modelId="{BC5572E1-527D-443E-B576-DF792040F6A7}" type="pres">
      <dgm:prSet presAssocID="{CBEF53BB-1838-4DE8-85AA-18AA2931043E}" presName="horzSpace2" presStyleCnt="0"/>
      <dgm:spPr/>
    </dgm:pt>
    <dgm:pt modelId="{CF7D0605-0B33-4463-8B2E-695B56AB3F33}" type="pres">
      <dgm:prSet presAssocID="{CBEF53BB-1838-4DE8-85AA-18AA2931043E}" presName="tx2" presStyleLbl="revTx" presStyleIdx="3" presStyleCnt="8"/>
      <dgm:spPr/>
    </dgm:pt>
    <dgm:pt modelId="{ADDCA008-7DC1-4D01-872B-EA8B231E0EF3}" type="pres">
      <dgm:prSet presAssocID="{CBEF53BB-1838-4DE8-85AA-18AA2931043E}" presName="vert2" presStyleCnt="0"/>
      <dgm:spPr/>
    </dgm:pt>
    <dgm:pt modelId="{CCA5378A-C364-427A-A332-F225388CEC3D}" type="pres">
      <dgm:prSet presAssocID="{CBEF53BB-1838-4DE8-85AA-18AA2931043E}" presName="thinLine2b" presStyleLbl="callout" presStyleIdx="1" presStyleCnt="5"/>
      <dgm:spPr/>
    </dgm:pt>
    <dgm:pt modelId="{4E47542F-2827-43CF-835F-8511ECD562F5}" type="pres">
      <dgm:prSet presAssocID="{CBEF53BB-1838-4DE8-85AA-18AA2931043E}" presName="vertSpace2b" presStyleCnt="0"/>
      <dgm:spPr/>
    </dgm:pt>
    <dgm:pt modelId="{85AECBAD-827C-4A4D-B989-4EFB472AAE36}" type="pres">
      <dgm:prSet presAssocID="{16A57EE0-ADE9-4F90-8C8F-EB2B53ED394E}" presName="horz2" presStyleCnt="0"/>
      <dgm:spPr/>
    </dgm:pt>
    <dgm:pt modelId="{486502C5-01DD-4124-AF3F-FBA6FA4CCA23}" type="pres">
      <dgm:prSet presAssocID="{16A57EE0-ADE9-4F90-8C8F-EB2B53ED394E}" presName="horzSpace2" presStyleCnt="0"/>
      <dgm:spPr/>
    </dgm:pt>
    <dgm:pt modelId="{94DC32C6-F4FE-4AED-AF84-55E586C0CE21}" type="pres">
      <dgm:prSet presAssocID="{16A57EE0-ADE9-4F90-8C8F-EB2B53ED394E}" presName="tx2" presStyleLbl="revTx" presStyleIdx="4" presStyleCnt="8"/>
      <dgm:spPr/>
    </dgm:pt>
    <dgm:pt modelId="{9872F407-E27D-4B04-BF68-00E0598DA591}" type="pres">
      <dgm:prSet presAssocID="{16A57EE0-ADE9-4F90-8C8F-EB2B53ED394E}" presName="vert2" presStyleCnt="0"/>
      <dgm:spPr/>
    </dgm:pt>
    <dgm:pt modelId="{9C3A99A5-C6EB-424F-AFD2-B799329E1C46}" type="pres">
      <dgm:prSet presAssocID="{16A57EE0-ADE9-4F90-8C8F-EB2B53ED394E}" presName="thinLine2b" presStyleLbl="callout" presStyleIdx="2" presStyleCnt="5"/>
      <dgm:spPr/>
    </dgm:pt>
    <dgm:pt modelId="{5D2E8B7E-0821-48C0-8BB2-3195F70B42AA}" type="pres">
      <dgm:prSet presAssocID="{16A57EE0-ADE9-4F90-8C8F-EB2B53ED394E}" presName="vertSpace2b" presStyleCnt="0"/>
      <dgm:spPr/>
    </dgm:pt>
    <dgm:pt modelId="{5C6E08E4-6C00-4F70-AB3E-D918796026B8}" type="pres">
      <dgm:prSet presAssocID="{4A1ED1D5-31AA-46C2-8F06-31D0C2D3CB87}" presName="thickLine" presStyleLbl="alignNode1" presStyleIdx="2" presStyleCnt="3"/>
      <dgm:spPr/>
    </dgm:pt>
    <dgm:pt modelId="{E033FEDB-9B5C-43F7-8FE3-9AC98BFBD480}" type="pres">
      <dgm:prSet presAssocID="{4A1ED1D5-31AA-46C2-8F06-31D0C2D3CB87}" presName="horz1" presStyleCnt="0"/>
      <dgm:spPr/>
    </dgm:pt>
    <dgm:pt modelId="{8F782052-E43B-406C-AF06-59918D297D93}" type="pres">
      <dgm:prSet presAssocID="{4A1ED1D5-31AA-46C2-8F06-31D0C2D3CB87}" presName="tx1" presStyleLbl="revTx" presStyleIdx="5" presStyleCnt="8" custScaleX="119335"/>
      <dgm:spPr/>
    </dgm:pt>
    <dgm:pt modelId="{D0BCC8C3-1324-4F7E-AB3C-D1C08F613185}" type="pres">
      <dgm:prSet presAssocID="{4A1ED1D5-31AA-46C2-8F06-31D0C2D3CB87}" presName="vert1" presStyleCnt="0"/>
      <dgm:spPr/>
    </dgm:pt>
    <dgm:pt modelId="{7EF3548F-C137-4923-A92E-75CDB9914EC2}" type="pres">
      <dgm:prSet presAssocID="{E4DC501D-810A-4736-8C1B-92757B926048}" presName="vertSpace2a" presStyleCnt="0"/>
      <dgm:spPr/>
    </dgm:pt>
    <dgm:pt modelId="{134DABE6-B35D-46EE-933F-993D0F8D5724}" type="pres">
      <dgm:prSet presAssocID="{E4DC501D-810A-4736-8C1B-92757B926048}" presName="horz2" presStyleCnt="0"/>
      <dgm:spPr/>
    </dgm:pt>
    <dgm:pt modelId="{D88344C1-28CB-41D9-A605-01E6664B1F3E}" type="pres">
      <dgm:prSet presAssocID="{E4DC501D-810A-4736-8C1B-92757B926048}" presName="horzSpace2" presStyleCnt="0"/>
      <dgm:spPr/>
    </dgm:pt>
    <dgm:pt modelId="{E4EC7E11-C57A-44E0-976C-4C8403ED8CBC}" type="pres">
      <dgm:prSet presAssocID="{E4DC501D-810A-4736-8C1B-92757B926048}" presName="tx2" presStyleLbl="revTx" presStyleIdx="6" presStyleCnt="8"/>
      <dgm:spPr/>
    </dgm:pt>
    <dgm:pt modelId="{8E4255BE-2714-4D8B-B15C-E816EFAA5D46}" type="pres">
      <dgm:prSet presAssocID="{E4DC501D-810A-4736-8C1B-92757B926048}" presName="vert2" presStyleCnt="0"/>
      <dgm:spPr/>
    </dgm:pt>
    <dgm:pt modelId="{2938BB23-2D83-47B9-8C07-7B179EDB7624}" type="pres">
      <dgm:prSet presAssocID="{E4DC501D-810A-4736-8C1B-92757B926048}" presName="thinLine2b" presStyleLbl="callout" presStyleIdx="3" presStyleCnt="5"/>
      <dgm:spPr/>
    </dgm:pt>
    <dgm:pt modelId="{312C7768-A1CF-43D8-8CBE-840A7738CEB9}" type="pres">
      <dgm:prSet presAssocID="{E4DC501D-810A-4736-8C1B-92757B926048}" presName="vertSpace2b" presStyleCnt="0"/>
      <dgm:spPr/>
    </dgm:pt>
    <dgm:pt modelId="{8A764C0C-B9D6-42A9-9565-9CDFA9E5E7BA}" type="pres">
      <dgm:prSet presAssocID="{94D66543-9D32-45CC-BF7F-B50B337C9C13}" presName="horz2" presStyleCnt="0"/>
      <dgm:spPr/>
    </dgm:pt>
    <dgm:pt modelId="{3656D613-232E-4877-A623-D8FE66F59959}" type="pres">
      <dgm:prSet presAssocID="{94D66543-9D32-45CC-BF7F-B50B337C9C13}" presName="horzSpace2" presStyleCnt="0"/>
      <dgm:spPr/>
    </dgm:pt>
    <dgm:pt modelId="{1B41D0A3-9457-4531-A5A6-A24255FCBD1F}" type="pres">
      <dgm:prSet presAssocID="{94D66543-9D32-45CC-BF7F-B50B337C9C13}" presName="tx2" presStyleLbl="revTx" presStyleIdx="7" presStyleCnt="8"/>
      <dgm:spPr/>
    </dgm:pt>
    <dgm:pt modelId="{325A63DB-5F57-4F3A-9729-FAE4447A0DE9}" type="pres">
      <dgm:prSet presAssocID="{94D66543-9D32-45CC-BF7F-B50B337C9C13}" presName="vert2" presStyleCnt="0"/>
      <dgm:spPr/>
    </dgm:pt>
    <dgm:pt modelId="{12CBE38C-70BC-404C-B60A-DC1AF62B0ADF}" type="pres">
      <dgm:prSet presAssocID="{94D66543-9D32-45CC-BF7F-B50B337C9C13}" presName="thinLine2b" presStyleLbl="callout" presStyleIdx="4" presStyleCnt="5"/>
      <dgm:spPr/>
    </dgm:pt>
    <dgm:pt modelId="{EF02CDA7-DD7F-4CB2-8CD8-1B5E554267A2}" type="pres">
      <dgm:prSet presAssocID="{94D66543-9D32-45CC-BF7F-B50B337C9C13}" presName="vertSpace2b" presStyleCnt="0"/>
      <dgm:spPr/>
    </dgm:pt>
  </dgm:ptLst>
  <dgm:cxnLst>
    <dgm:cxn modelId="{B36D4102-9EC2-4D43-8918-555FC4AD5456}" type="presOf" srcId="{CBEF53BB-1838-4DE8-85AA-18AA2931043E}" destId="{CF7D0605-0B33-4463-8B2E-695B56AB3F33}" srcOrd="0" destOrd="0" presId="urn:microsoft.com/office/officeart/2008/layout/LinedList"/>
    <dgm:cxn modelId="{03AC0817-4A65-4B6E-9E46-44B11B79C2E9}" type="presOf" srcId="{16A57EE0-ADE9-4F90-8C8F-EB2B53ED394E}" destId="{94DC32C6-F4FE-4AED-AF84-55E586C0CE21}" srcOrd="0" destOrd="0" presId="urn:microsoft.com/office/officeart/2008/layout/LinedList"/>
    <dgm:cxn modelId="{98667937-96A0-4BDB-A3FE-DF321B23B9C2}" type="presOf" srcId="{94D66543-9D32-45CC-BF7F-B50B337C9C13}" destId="{1B41D0A3-9457-4531-A5A6-A24255FCBD1F}" srcOrd="0" destOrd="0" presId="urn:microsoft.com/office/officeart/2008/layout/LinedList"/>
    <dgm:cxn modelId="{42285B3B-FBBF-4B8C-A99D-651500C13CF9}" type="presOf" srcId="{E4DC501D-810A-4736-8C1B-92757B926048}" destId="{E4EC7E11-C57A-44E0-976C-4C8403ED8CBC}" srcOrd="0" destOrd="0" presId="urn:microsoft.com/office/officeart/2008/layout/LinedList"/>
    <dgm:cxn modelId="{077D6063-2367-4674-91D6-FEAD0BA32A6C}" srcId="{4598D17A-450E-4203-84E2-361E4BB1EB84}" destId="{CBEF53BB-1838-4DE8-85AA-18AA2931043E}" srcOrd="0" destOrd="0" parTransId="{05768D3D-2C6C-4A4A-9581-43D51AEE30E5}" sibTransId="{2E39A567-4E59-4F2F-9175-BCFD683D42BC}"/>
    <dgm:cxn modelId="{24AF664B-A8B2-4C5C-A770-C8BFCB6935E5}" srcId="{B1615C62-991E-42FF-9184-D6CCCF09981C}" destId="{4598D17A-450E-4203-84E2-361E4BB1EB84}" srcOrd="1" destOrd="0" parTransId="{192FF1FC-F62C-4874-892F-CB86D38A6F72}" sibTransId="{C50ECD0D-4413-4EB1-8BD4-813AB5BE45A8}"/>
    <dgm:cxn modelId="{FC945370-A759-49CB-A6E9-89B18438D0C1}" type="presOf" srcId="{B0187162-662E-4AA8-8BFD-CE05D4FB1991}" destId="{A748A773-D586-4101-8E26-CC726C9DD7B9}" srcOrd="0" destOrd="0" presId="urn:microsoft.com/office/officeart/2008/layout/LinedList"/>
    <dgm:cxn modelId="{0E16F353-6A24-41BE-B2DC-B889FCCDA880}" srcId="{4A1ED1D5-31AA-46C2-8F06-31D0C2D3CB87}" destId="{94D66543-9D32-45CC-BF7F-B50B337C9C13}" srcOrd="1" destOrd="0" parTransId="{C7BED85A-6035-4F4E-A2C4-1A3597298799}" sibTransId="{E102FB75-B569-443C-95DF-24C22CD89F63}"/>
    <dgm:cxn modelId="{9639AB5A-6DA0-4AEB-89BC-7BE94F8C2FD3}" type="presOf" srcId="{91F4B269-A557-4CF5-B4A1-2D3537AA6695}" destId="{2FA21A6B-A953-4191-BC3A-AE1C54F9D095}" srcOrd="0" destOrd="0" presId="urn:microsoft.com/office/officeart/2008/layout/LinedList"/>
    <dgm:cxn modelId="{7CA2E77B-0A92-49F6-8E77-D9B22813F60D}" srcId="{4598D17A-450E-4203-84E2-361E4BB1EB84}" destId="{16A57EE0-ADE9-4F90-8C8F-EB2B53ED394E}" srcOrd="1" destOrd="0" parTransId="{F4D19C0A-463D-407A-AEC5-5F43D4CEBE5E}" sibTransId="{30CC2B20-7ED3-4DA1-B365-84273F0D4C5B}"/>
    <dgm:cxn modelId="{BB301A7D-9787-4B65-8A67-ACDA57106084}" srcId="{91F4B269-A557-4CF5-B4A1-2D3537AA6695}" destId="{B0187162-662E-4AA8-8BFD-CE05D4FB1991}" srcOrd="0" destOrd="0" parTransId="{6FA24749-7F15-461F-A99E-6DEA1583BEF4}" sibTransId="{6E07F896-6B8A-4C08-9768-59C0F7D1A3A2}"/>
    <dgm:cxn modelId="{882DB7B6-4B47-4189-BBF2-B069ECBAC79A}" srcId="{4A1ED1D5-31AA-46C2-8F06-31D0C2D3CB87}" destId="{E4DC501D-810A-4736-8C1B-92757B926048}" srcOrd="0" destOrd="0" parTransId="{0FE34C26-9454-4220-A027-0AC2F7B0D099}" sibTransId="{650D3A3B-CCBF-4192-9294-F078741EE18F}"/>
    <dgm:cxn modelId="{D37816BB-00CC-449E-AE26-5E2FBD48426E}" type="presOf" srcId="{B1615C62-991E-42FF-9184-D6CCCF09981C}" destId="{E5068636-AD26-4C39-A5A6-7071C368DFF7}" srcOrd="0" destOrd="0" presId="urn:microsoft.com/office/officeart/2008/layout/LinedList"/>
    <dgm:cxn modelId="{13FE8EC1-0C90-4187-AB24-3FF437545029}" type="presOf" srcId="{4A1ED1D5-31AA-46C2-8F06-31D0C2D3CB87}" destId="{8F782052-E43B-406C-AF06-59918D297D93}" srcOrd="0" destOrd="0" presId="urn:microsoft.com/office/officeart/2008/layout/LinedList"/>
    <dgm:cxn modelId="{F91C06C5-8D28-4455-820A-8CCBFE54B5BA}" srcId="{B1615C62-991E-42FF-9184-D6CCCF09981C}" destId="{91F4B269-A557-4CF5-B4A1-2D3537AA6695}" srcOrd="0" destOrd="0" parTransId="{7B28B4FD-BA79-4936-AA7E-28A789A8883B}" sibTransId="{4FB83852-B9F0-473F-9D24-30BA3CF39377}"/>
    <dgm:cxn modelId="{AD7C65E2-1C8A-4550-BADC-E2DF303A9289}" srcId="{B1615C62-991E-42FF-9184-D6CCCF09981C}" destId="{4A1ED1D5-31AA-46C2-8F06-31D0C2D3CB87}" srcOrd="2" destOrd="0" parTransId="{C0EDB941-5834-4006-9EF0-9150B5B8D703}" sibTransId="{19B36740-DD1B-46CF-BF11-19DB81F05B69}"/>
    <dgm:cxn modelId="{C18295FE-7119-48E2-8188-325C7C910F65}" type="presOf" srcId="{4598D17A-450E-4203-84E2-361E4BB1EB84}" destId="{A44FAD8E-DAFA-45E6-9C47-6D9B8CB2A8DF}" srcOrd="0" destOrd="0" presId="urn:microsoft.com/office/officeart/2008/layout/LinedList"/>
    <dgm:cxn modelId="{8457A811-350F-435C-B182-065AF2FD7FCB}" type="presParOf" srcId="{E5068636-AD26-4C39-A5A6-7071C368DFF7}" destId="{D0FB7793-1C5E-49EB-B2C9-806637ECD64C}" srcOrd="0" destOrd="0" presId="urn:microsoft.com/office/officeart/2008/layout/LinedList"/>
    <dgm:cxn modelId="{795E2AF3-E56C-437C-AD51-828CA6A341FD}" type="presParOf" srcId="{E5068636-AD26-4C39-A5A6-7071C368DFF7}" destId="{547529D0-C64B-4820-ACFE-73AF06BB5212}" srcOrd="1" destOrd="0" presId="urn:microsoft.com/office/officeart/2008/layout/LinedList"/>
    <dgm:cxn modelId="{E190A5CE-7BEF-4C94-8502-EBBDFE20E887}" type="presParOf" srcId="{547529D0-C64B-4820-ACFE-73AF06BB5212}" destId="{2FA21A6B-A953-4191-BC3A-AE1C54F9D095}" srcOrd="0" destOrd="0" presId="urn:microsoft.com/office/officeart/2008/layout/LinedList"/>
    <dgm:cxn modelId="{0C03A30C-F7F2-469E-A639-404951C4A3FB}" type="presParOf" srcId="{547529D0-C64B-4820-ACFE-73AF06BB5212}" destId="{F7E30F3D-2EF3-4CDF-8C7C-0C6447AB9928}" srcOrd="1" destOrd="0" presId="urn:microsoft.com/office/officeart/2008/layout/LinedList"/>
    <dgm:cxn modelId="{F2DE4B4A-F2A1-4D17-B37A-76071F6A6C96}" type="presParOf" srcId="{F7E30F3D-2EF3-4CDF-8C7C-0C6447AB9928}" destId="{C8F0367F-6E23-49B8-8ED5-2484A38CE0FD}" srcOrd="0" destOrd="0" presId="urn:microsoft.com/office/officeart/2008/layout/LinedList"/>
    <dgm:cxn modelId="{82836CBA-C0F4-45A0-8B6E-AABAE6508E05}" type="presParOf" srcId="{F7E30F3D-2EF3-4CDF-8C7C-0C6447AB9928}" destId="{9C889040-9718-45EF-93F6-E86694C2247F}" srcOrd="1" destOrd="0" presId="urn:microsoft.com/office/officeart/2008/layout/LinedList"/>
    <dgm:cxn modelId="{192CFE54-A348-4576-B374-D1C12F3CFEC4}" type="presParOf" srcId="{9C889040-9718-45EF-93F6-E86694C2247F}" destId="{F7034E96-FF28-4F1C-8473-19F71397B521}" srcOrd="0" destOrd="0" presId="urn:microsoft.com/office/officeart/2008/layout/LinedList"/>
    <dgm:cxn modelId="{6FE2EE39-D18E-4A00-84A1-9F57F9A5CB20}" type="presParOf" srcId="{9C889040-9718-45EF-93F6-E86694C2247F}" destId="{A748A773-D586-4101-8E26-CC726C9DD7B9}" srcOrd="1" destOrd="0" presId="urn:microsoft.com/office/officeart/2008/layout/LinedList"/>
    <dgm:cxn modelId="{D17B1BA6-EB34-4909-AACD-F808174198EC}" type="presParOf" srcId="{9C889040-9718-45EF-93F6-E86694C2247F}" destId="{A2358146-955B-4ACF-A1BF-5C3123166DA8}" srcOrd="2" destOrd="0" presId="urn:microsoft.com/office/officeart/2008/layout/LinedList"/>
    <dgm:cxn modelId="{F11B01BB-7D02-48AA-98FB-7A158854E318}" type="presParOf" srcId="{F7E30F3D-2EF3-4CDF-8C7C-0C6447AB9928}" destId="{02AEE4B1-D02E-4F7D-B589-EE3FB60C481B}" srcOrd="2" destOrd="0" presId="urn:microsoft.com/office/officeart/2008/layout/LinedList"/>
    <dgm:cxn modelId="{07A2CF24-1A2A-4203-9255-0CC9D326E2D4}" type="presParOf" srcId="{F7E30F3D-2EF3-4CDF-8C7C-0C6447AB9928}" destId="{7B55938E-AF78-4387-B10B-EF816534B4E9}" srcOrd="3" destOrd="0" presId="urn:microsoft.com/office/officeart/2008/layout/LinedList"/>
    <dgm:cxn modelId="{54A9B726-4481-4CFB-BF63-FAE2553E31B4}" type="presParOf" srcId="{E5068636-AD26-4C39-A5A6-7071C368DFF7}" destId="{7DB3DA54-2EEE-4083-BC9D-83E6D53E5A4C}" srcOrd="2" destOrd="0" presId="urn:microsoft.com/office/officeart/2008/layout/LinedList"/>
    <dgm:cxn modelId="{E661C42D-63C3-48E2-8737-5412C9488570}" type="presParOf" srcId="{E5068636-AD26-4C39-A5A6-7071C368DFF7}" destId="{69C5C4B0-02D3-4178-9314-600A5AE96F7F}" srcOrd="3" destOrd="0" presId="urn:microsoft.com/office/officeart/2008/layout/LinedList"/>
    <dgm:cxn modelId="{44FCD952-5D7A-4A88-BF51-72BDDC4E80B8}" type="presParOf" srcId="{69C5C4B0-02D3-4178-9314-600A5AE96F7F}" destId="{A44FAD8E-DAFA-45E6-9C47-6D9B8CB2A8DF}" srcOrd="0" destOrd="0" presId="urn:microsoft.com/office/officeart/2008/layout/LinedList"/>
    <dgm:cxn modelId="{719F3EAE-72EA-4557-B974-F07AA07D2ADB}" type="presParOf" srcId="{69C5C4B0-02D3-4178-9314-600A5AE96F7F}" destId="{EA47C654-9EEA-4D6B-9DBC-0D014CC476B6}" srcOrd="1" destOrd="0" presId="urn:microsoft.com/office/officeart/2008/layout/LinedList"/>
    <dgm:cxn modelId="{F7A6C037-8341-4F72-AAA0-422082689C69}" type="presParOf" srcId="{EA47C654-9EEA-4D6B-9DBC-0D014CC476B6}" destId="{67D133B7-023E-448E-8831-9A31B2144452}" srcOrd="0" destOrd="0" presId="urn:microsoft.com/office/officeart/2008/layout/LinedList"/>
    <dgm:cxn modelId="{A6460EEC-EBA4-47EE-9BC9-C51B59AA641A}" type="presParOf" srcId="{EA47C654-9EEA-4D6B-9DBC-0D014CC476B6}" destId="{40990164-1C1E-41CF-B93A-B76124D36592}" srcOrd="1" destOrd="0" presId="urn:microsoft.com/office/officeart/2008/layout/LinedList"/>
    <dgm:cxn modelId="{3D7157DB-6482-416C-B4B3-FEEAF8EF6121}" type="presParOf" srcId="{40990164-1C1E-41CF-B93A-B76124D36592}" destId="{BC5572E1-527D-443E-B576-DF792040F6A7}" srcOrd="0" destOrd="0" presId="urn:microsoft.com/office/officeart/2008/layout/LinedList"/>
    <dgm:cxn modelId="{8E398270-D7D5-45E5-A1CE-96C0B86BC96E}" type="presParOf" srcId="{40990164-1C1E-41CF-B93A-B76124D36592}" destId="{CF7D0605-0B33-4463-8B2E-695B56AB3F33}" srcOrd="1" destOrd="0" presId="urn:microsoft.com/office/officeart/2008/layout/LinedList"/>
    <dgm:cxn modelId="{18668940-9B20-45BE-A9F0-69EBBB1BA9F2}" type="presParOf" srcId="{40990164-1C1E-41CF-B93A-B76124D36592}" destId="{ADDCA008-7DC1-4D01-872B-EA8B231E0EF3}" srcOrd="2" destOrd="0" presId="urn:microsoft.com/office/officeart/2008/layout/LinedList"/>
    <dgm:cxn modelId="{C32CA793-6FE0-4111-B3DE-EE068E287DBC}" type="presParOf" srcId="{EA47C654-9EEA-4D6B-9DBC-0D014CC476B6}" destId="{CCA5378A-C364-427A-A332-F225388CEC3D}" srcOrd="2" destOrd="0" presId="urn:microsoft.com/office/officeart/2008/layout/LinedList"/>
    <dgm:cxn modelId="{3D2411C5-0B9F-49A2-B3C9-A2F2B4F611DC}" type="presParOf" srcId="{EA47C654-9EEA-4D6B-9DBC-0D014CC476B6}" destId="{4E47542F-2827-43CF-835F-8511ECD562F5}" srcOrd="3" destOrd="0" presId="urn:microsoft.com/office/officeart/2008/layout/LinedList"/>
    <dgm:cxn modelId="{2BCBADE5-FCC1-48F9-B285-EC1824DE1DA2}" type="presParOf" srcId="{EA47C654-9EEA-4D6B-9DBC-0D014CC476B6}" destId="{85AECBAD-827C-4A4D-B989-4EFB472AAE36}" srcOrd="4" destOrd="0" presId="urn:microsoft.com/office/officeart/2008/layout/LinedList"/>
    <dgm:cxn modelId="{F2464A3B-FE03-4AC4-AC3F-E9173445A1B3}" type="presParOf" srcId="{85AECBAD-827C-4A4D-B989-4EFB472AAE36}" destId="{486502C5-01DD-4124-AF3F-FBA6FA4CCA23}" srcOrd="0" destOrd="0" presId="urn:microsoft.com/office/officeart/2008/layout/LinedList"/>
    <dgm:cxn modelId="{9D5BBDAA-1068-4596-A095-1BC9421FA514}" type="presParOf" srcId="{85AECBAD-827C-4A4D-B989-4EFB472AAE36}" destId="{94DC32C6-F4FE-4AED-AF84-55E586C0CE21}" srcOrd="1" destOrd="0" presId="urn:microsoft.com/office/officeart/2008/layout/LinedList"/>
    <dgm:cxn modelId="{A5BD044D-519C-44A7-9859-81E69C75C463}" type="presParOf" srcId="{85AECBAD-827C-4A4D-B989-4EFB472AAE36}" destId="{9872F407-E27D-4B04-BF68-00E0598DA591}" srcOrd="2" destOrd="0" presId="urn:microsoft.com/office/officeart/2008/layout/LinedList"/>
    <dgm:cxn modelId="{B95734E1-756C-400B-B5AD-E97B4D294E20}" type="presParOf" srcId="{EA47C654-9EEA-4D6B-9DBC-0D014CC476B6}" destId="{9C3A99A5-C6EB-424F-AFD2-B799329E1C46}" srcOrd="5" destOrd="0" presId="urn:microsoft.com/office/officeart/2008/layout/LinedList"/>
    <dgm:cxn modelId="{1FC07E99-9306-4B9B-B9C0-BEF902F823B0}" type="presParOf" srcId="{EA47C654-9EEA-4D6B-9DBC-0D014CC476B6}" destId="{5D2E8B7E-0821-48C0-8BB2-3195F70B42AA}" srcOrd="6" destOrd="0" presId="urn:microsoft.com/office/officeart/2008/layout/LinedList"/>
    <dgm:cxn modelId="{FB9FFCFB-A3AA-4419-B3D4-E33055D94CB9}" type="presParOf" srcId="{E5068636-AD26-4C39-A5A6-7071C368DFF7}" destId="{5C6E08E4-6C00-4F70-AB3E-D918796026B8}" srcOrd="4" destOrd="0" presId="urn:microsoft.com/office/officeart/2008/layout/LinedList"/>
    <dgm:cxn modelId="{2202A745-45F3-4577-A10C-5F006CA08883}" type="presParOf" srcId="{E5068636-AD26-4C39-A5A6-7071C368DFF7}" destId="{E033FEDB-9B5C-43F7-8FE3-9AC98BFBD480}" srcOrd="5" destOrd="0" presId="urn:microsoft.com/office/officeart/2008/layout/LinedList"/>
    <dgm:cxn modelId="{0528DF33-25BB-474D-9820-8CBE06D272D3}" type="presParOf" srcId="{E033FEDB-9B5C-43F7-8FE3-9AC98BFBD480}" destId="{8F782052-E43B-406C-AF06-59918D297D93}" srcOrd="0" destOrd="0" presId="urn:microsoft.com/office/officeart/2008/layout/LinedList"/>
    <dgm:cxn modelId="{90FEE234-11BB-478E-B8CB-CF16DE527EA0}" type="presParOf" srcId="{E033FEDB-9B5C-43F7-8FE3-9AC98BFBD480}" destId="{D0BCC8C3-1324-4F7E-AB3C-D1C08F613185}" srcOrd="1" destOrd="0" presId="urn:microsoft.com/office/officeart/2008/layout/LinedList"/>
    <dgm:cxn modelId="{1E9DE67E-ADD1-4238-A07F-2FA8CFAF43C7}" type="presParOf" srcId="{D0BCC8C3-1324-4F7E-AB3C-D1C08F613185}" destId="{7EF3548F-C137-4923-A92E-75CDB9914EC2}" srcOrd="0" destOrd="0" presId="urn:microsoft.com/office/officeart/2008/layout/LinedList"/>
    <dgm:cxn modelId="{8788EDB2-AF6B-4B1D-97B1-5C4C7C1DC714}" type="presParOf" srcId="{D0BCC8C3-1324-4F7E-AB3C-D1C08F613185}" destId="{134DABE6-B35D-46EE-933F-993D0F8D5724}" srcOrd="1" destOrd="0" presId="urn:microsoft.com/office/officeart/2008/layout/LinedList"/>
    <dgm:cxn modelId="{101BF3AB-08A2-4A83-9CD1-8F7B2D0062F8}" type="presParOf" srcId="{134DABE6-B35D-46EE-933F-993D0F8D5724}" destId="{D88344C1-28CB-41D9-A605-01E6664B1F3E}" srcOrd="0" destOrd="0" presId="urn:microsoft.com/office/officeart/2008/layout/LinedList"/>
    <dgm:cxn modelId="{04F72A93-1161-4F6B-A8A7-BE271D483AB8}" type="presParOf" srcId="{134DABE6-B35D-46EE-933F-993D0F8D5724}" destId="{E4EC7E11-C57A-44E0-976C-4C8403ED8CBC}" srcOrd="1" destOrd="0" presId="urn:microsoft.com/office/officeart/2008/layout/LinedList"/>
    <dgm:cxn modelId="{ECDFB21E-3832-4286-AF48-1BEB81C75519}" type="presParOf" srcId="{134DABE6-B35D-46EE-933F-993D0F8D5724}" destId="{8E4255BE-2714-4D8B-B15C-E816EFAA5D46}" srcOrd="2" destOrd="0" presId="urn:microsoft.com/office/officeart/2008/layout/LinedList"/>
    <dgm:cxn modelId="{16C7F914-6BEC-424B-9604-D014B3463A0B}" type="presParOf" srcId="{D0BCC8C3-1324-4F7E-AB3C-D1C08F613185}" destId="{2938BB23-2D83-47B9-8C07-7B179EDB7624}" srcOrd="2" destOrd="0" presId="urn:microsoft.com/office/officeart/2008/layout/LinedList"/>
    <dgm:cxn modelId="{7AA9DE74-CCEA-407E-B97E-C84E79CF497E}" type="presParOf" srcId="{D0BCC8C3-1324-4F7E-AB3C-D1C08F613185}" destId="{312C7768-A1CF-43D8-8CBE-840A7738CEB9}" srcOrd="3" destOrd="0" presId="urn:microsoft.com/office/officeart/2008/layout/LinedList"/>
    <dgm:cxn modelId="{E2234FA6-D1E2-4E66-9056-E9375F3B6B50}" type="presParOf" srcId="{D0BCC8C3-1324-4F7E-AB3C-D1C08F613185}" destId="{8A764C0C-B9D6-42A9-9565-9CDFA9E5E7BA}" srcOrd="4" destOrd="0" presId="urn:microsoft.com/office/officeart/2008/layout/LinedList"/>
    <dgm:cxn modelId="{A60FA00B-CEC4-45A3-88D5-8FEFF99082AC}" type="presParOf" srcId="{8A764C0C-B9D6-42A9-9565-9CDFA9E5E7BA}" destId="{3656D613-232E-4877-A623-D8FE66F59959}" srcOrd="0" destOrd="0" presId="urn:microsoft.com/office/officeart/2008/layout/LinedList"/>
    <dgm:cxn modelId="{92FF4D00-B94F-4850-AA00-5FA6B27C84BC}" type="presParOf" srcId="{8A764C0C-B9D6-42A9-9565-9CDFA9E5E7BA}" destId="{1B41D0A3-9457-4531-A5A6-A24255FCBD1F}" srcOrd="1" destOrd="0" presId="urn:microsoft.com/office/officeart/2008/layout/LinedList"/>
    <dgm:cxn modelId="{F958114C-998A-419A-92C2-B8FD503DA256}" type="presParOf" srcId="{8A764C0C-B9D6-42A9-9565-9CDFA9E5E7BA}" destId="{325A63DB-5F57-4F3A-9729-FAE4447A0DE9}" srcOrd="2" destOrd="0" presId="urn:microsoft.com/office/officeart/2008/layout/LinedList"/>
    <dgm:cxn modelId="{EB62D179-5A3C-477B-82D6-E536130FA024}" type="presParOf" srcId="{D0BCC8C3-1324-4F7E-AB3C-D1C08F613185}" destId="{12CBE38C-70BC-404C-B60A-DC1AF62B0ADF}" srcOrd="5" destOrd="0" presId="urn:microsoft.com/office/officeart/2008/layout/LinedList"/>
    <dgm:cxn modelId="{36333AB3-7D4E-4DDA-986C-C2460A34CABF}" type="presParOf" srcId="{D0BCC8C3-1324-4F7E-AB3C-D1C08F613185}" destId="{EF02CDA7-DD7F-4CB2-8CD8-1B5E554267A2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ED6898-019C-429A-9B63-A6AF34C24949}">
      <dsp:nvSpPr>
        <dsp:cNvPr id="0" name=""/>
        <dsp:cNvSpPr/>
      </dsp:nvSpPr>
      <dsp:spPr>
        <a:xfrm>
          <a:off x="2799903" y="4222354"/>
          <a:ext cx="263486" cy="502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743" y="0"/>
              </a:lnTo>
              <a:lnTo>
                <a:pt x="131743" y="502070"/>
              </a:lnTo>
              <a:lnTo>
                <a:pt x="263486" y="50207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Montserrat" panose="00000500000000000000" pitchFamily="2" charset="0"/>
          </a:endParaRPr>
        </a:p>
      </dsp:txBody>
      <dsp:txXfrm>
        <a:off x="2917471" y="4459214"/>
        <a:ext cx="28350" cy="28350"/>
      </dsp:txXfrm>
    </dsp:sp>
    <dsp:sp modelId="{62D0208F-7746-45BF-BED5-DA8E01E8F3ED}">
      <dsp:nvSpPr>
        <dsp:cNvPr id="0" name=""/>
        <dsp:cNvSpPr/>
      </dsp:nvSpPr>
      <dsp:spPr>
        <a:xfrm>
          <a:off x="2799903" y="4176634"/>
          <a:ext cx="2634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486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Montserrat" panose="00000500000000000000" pitchFamily="2" charset="0"/>
          </a:endParaRPr>
        </a:p>
      </dsp:txBody>
      <dsp:txXfrm>
        <a:off x="2925059" y="4215767"/>
        <a:ext cx="13174" cy="13174"/>
      </dsp:txXfrm>
    </dsp:sp>
    <dsp:sp modelId="{270B92F7-5ABA-4682-BA05-7C8B70231CEF}">
      <dsp:nvSpPr>
        <dsp:cNvPr id="0" name=""/>
        <dsp:cNvSpPr/>
      </dsp:nvSpPr>
      <dsp:spPr>
        <a:xfrm>
          <a:off x="2799903" y="3720284"/>
          <a:ext cx="263486" cy="502070"/>
        </a:xfrm>
        <a:custGeom>
          <a:avLst/>
          <a:gdLst/>
          <a:ahLst/>
          <a:cxnLst/>
          <a:rect l="0" t="0" r="0" b="0"/>
          <a:pathLst>
            <a:path>
              <a:moveTo>
                <a:pt x="0" y="502070"/>
              </a:moveTo>
              <a:lnTo>
                <a:pt x="131743" y="502070"/>
              </a:lnTo>
              <a:lnTo>
                <a:pt x="131743" y="0"/>
              </a:lnTo>
              <a:lnTo>
                <a:pt x="263486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Montserrat" panose="00000500000000000000" pitchFamily="2" charset="0"/>
          </a:endParaRPr>
        </a:p>
      </dsp:txBody>
      <dsp:txXfrm>
        <a:off x="2917471" y="3957143"/>
        <a:ext cx="28350" cy="28350"/>
      </dsp:txXfrm>
    </dsp:sp>
    <dsp:sp modelId="{6585AC47-3E32-4474-8CF8-77A218F7CC63}">
      <dsp:nvSpPr>
        <dsp:cNvPr id="0" name=""/>
        <dsp:cNvSpPr/>
      </dsp:nvSpPr>
      <dsp:spPr>
        <a:xfrm>
          <a:off x="1218985" y="2465109"/>
          <a:ext cx="263486" cy="17572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743" y="0"/>
              </a:lnTo>
              <a:lnTo>
                <a:pt x="131743" y="1757245"/>
              </a:lnTo>
              <a:lnTo>
                <a:pt x="263486" y="17572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latin typeface="Montserrat" panose="00000500000000000000" pitchFamily="2" charset="0"/>
          </a:endParaRPr>
        </a:p>
      </dsp:txBody>
      <dsp:txXfrm>
        <a:off x="1306306" y="3299309"/>
        <a:ext cx="88844" cy="88844"/>
      </dsp:txXfrm>
    </dsp:sp>
    <dsp:sp modelId="{4C580AC6-B042-4587-86BA-8F719FFA7717}">
      <dsp:nvSpPr>
        <dsp:cNvPr id="0" name=""/>
        <dsp:cNvSpPr/>
      </dsp:nvSpPr>
      <dsp:spPr>
        <a:xfrm>
          <a:off x="2799903" y="2967179"/>
          <a:ext cx="263486" cy="2510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743" y="0"/>
              </a:lnTo>
              <a:lnTo>
                <a:pt x="131743" y="251035"/>
              </a:lnTo>
              <a:lnTo>
                <a:pt x="263486" y="2510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Montserrat" panose="00000500000000000000" pitchFamily="2" charset="0"/>
          </a:endParaRPr>
        </a:p>
      </dsp:txBody>
      <dsp:txXfrm>
        <a:off x="2922548" y="3083598"/>
        <a:ext cx="18196" cy="18196"/>
      </dsp:txXfrm>
    </dsp:sp>
    <dsp:sp modelId="{868FE651-9618-4798-BDD2-971CDE7E1614}">
      <dsp:nvSpPr>
        <dsp:cNvPr id="0" name=""/>
        <dsp:cNvSpPr/>
      </dsp:nvSpPr>
      <dsp:spPr>
        <a:xfrm>
          <a:off x="2799903" y="2716144"/>
          <a:ext cx="263486" cy="251035"/>
        </a:xfrm>
        <a:custGeom>
          <a:avLst/>
          <a:gdLst/>
          <a:ahLst/>
          <a:cxnLst/>
          <a:rect l="0" t="0" r="0" b="0"/>
          <a:pathLst>
            <a:path>
              <a:moveTo>
                <a:pt x="0" y="251035"/>
              </a:moveTo>
              <a:lnTo>
                <a:pt x="131743" y="251035"/>
              </a:lnTo>
              <a:lnTo>
                <a:pt x="131743" y="0"/>
              </a:lnTo>
              <a:lnTo>
                <a:pt x="263486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Montserrat" panose="00000500000000000000" pitchFamily="2" charset="0"/>
          </a:endParaRPr>
        </a:p>
      </dsp:txBody>
      <dsp:txXfrm>
        <a:off x="2922548" y="2832563"/>
        <a:ext cx="18196" cy="18196"/>
      </dsp:txXfrm>
    </dsp:sp>
    <dsp:sp modelId="{D7037ED6-84CD-4497-9CDE-B1B67F0A82B7}">
      <dsp:nvSpPr>
        <dsp:cNvPr id="0" name=""/>
        <dsp:cNvSpPr/>
      </dsp:nvSpPr>
      <dsp:spPr>
        <a:xfrm>
          <a:off x="1218985" y="2465109"/>
          <a:ext cx="263486" cy="502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743" y="0"/>
              </a:lnTo>
              <a:lnTo>
                <a:pt x="131743" y="502070"/>
              </a:lnTo>
              <a:lnTo>
                <a:pt x="263486" y="50207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Montserrat" panose="00000500000000000000" pitchFamily="2" charset="0"/>
          </a:endParaRPr>
        </a:p>
      </dsp:txBody>
      <dsp:txXfrm>
        <a:off x="1336553" y="2701968"/>
        <a:ext cx="28350" cy="28350"/>
      </dsp:txXfrm>
    </dsp:sp>
    <dsp:sp modelId="{C2FF0C8F-BECF-479E-894C-17511BAE79F7}">
      <dsp:nvSpPr>
        <dsp:cNvPr id="0" name=""/>
        <dsp:cNvSpPr/>
      </dsp:nvSpPr>
      <dsp:spPr>
        <a:xfrm>
          <a:off x="2799903" y="1963038"/>
          <a:ext cx="263486" cy="2510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743" y="0"/>
              </a:lnTo>
              <a:lnTo>
                <a:pt x="131743" y="251035"/>
              </a:lnTo>
              <a:lnTo>
                <a:pt x="263486" y="2510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Montserrat" panose="00000500000000000000" pitchFamily="2" charset="0"/>
          </a:endParaRPr>
        </a:p>
      </dsp:txBody>
      <dsp:txXfrm>
        <a:off x="2922548" y="2079458"/>
        <a:ext cx="18196" cy="18196"/>
      </dsp:txXfrm>
    </dsp:sp>
    <dsp:sp modelId="{F1227C0E-6855-47C9-90A9-77C4AB085A42}">
      <dsp:nvSpPr>
        <dsp:cNvPr id="0" name=""/>
        <dsp:cNvSpPr/>
      </dsp:nvSpPr>
      <dsp:spPr>
        <a:xfrm>
          <a:off x="2799903" y="1712003"/>
          <a:ext cx="263486" cy="251035"/>
        </a:xfrm>
        <a:custGeom>
          <a:avLst/>
          <a:gdLst/>
          <a:ahLst/>
          <a:cxnLst/>
          <a:rect l="0" t="0" r="0" b="0"/>
          <a:pathLst>
            <a:path>
              <a:moveTo>
                <a:pt x="0" y="251035"/>
              </a:moveTo>
              <a:lnTo>
                <a:pt x="131743" y="251035"/>
              </a:lnTo>
              <a:lnTo>
                <a:pt x="131743" y="0"/>
              </a:lnTo>
              <a:lnTo>
                <a:pt x="263486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Montserrat" panose="00000500000000000000" pitchFamily="2" charset="0"/>
          </a:endParaRPr>
        </a:p>
      </dsp:txBody>
      <dsp:txXfrm>
        <a:off x="2922548" y="1828423"/>
        <a:ext cx="18196" cy="18196"/>
      </dsp:txXfrm>
    </dsp:sp>
    <dsp:sp modelId="{A003BD85-1F9B-40BC-8E2B-7D3461BB2E48}">
      <dsp:nvSpPr>
        <dsp:cNvPr id="0" name=""/>
        <dsp:cNvSpPr/>
      </dsp:nvSpPr>
      <dsp:spPr>
        <a:xfrm>
          <a:off x="1218985" y="1963038"/>
          <a:ext cx="263486" cy="502070"/>
        </a:xfrm>
        <a:custGeom>
          <a:avLst/>
          <a:gdLst/>
          <a:ahLst/>
          <a:cxnLst/>
          <a:rect l="0" t="0" r="0" b="0"/>
          <a:pathLst>
            <a:path>
              <a:moveTo>
                <a:pt x="0" y="502070"/>
              </a:moveTo>
              <a:lnTo>
                <a:pt x="131743" y="502070"/>
              </a:lnTo>
              <a:lnTo>
                <a:pt x="131743" y="0"/>
              </a:lnTo>
              <a:lnTo>
                <a:pt x="26348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Montserrat" panose="00000500000000000000" pitchFamily="2" charset="0"/>
          </a:endParaRPr>
        </a:p>
      </dsp:txBody>
      <dsp:txXfrm>
        <a:off x="1336553" y="2199898"/>
        <a:ext cx="28350" cy="28350"/>
      </dsp:txXfrm>
    </dsp:sp>
    <dsp:sp modelId="{36B6A7FD-97B8-400F-AA8B-52DB8EEE9901}">
      <dsp:nvSpPr>
        <dsp:cNvPr id="0" name=""/>
        <dsp:cNvSpPr/>
      </dsp:nvSpPr>
      <dsp:spPr>
        <a:xfrm>
          <a:off x="2799903" y="707863"/>
          <a:ext cx="263486" cy="502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1743" y="0"/>
              </a:lnTo>
              <a:lnTo>
                <a:pt x="131743" y="502070"/>
              </a:lnTo>
              <a:lnTo>
                <a:pt x="263486" y="50207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Montserrat" panose="00000500000000000000" pitchFamily="2" charset="0"/>
          </a:endParaRPr>
        </a:p>
      </dsp:txBody>
      <dsp:txXfrm>
        <a:off x="2917471" y="944723"/>
        <a:ext cx="28350" cy="28350"/>
      </dsp:txXfrm>
    </dsp:sp>
    <dsp:sp modelId="{7351CF48-267C-4FBA-8443-3FBDB4303CE2}">
      <dsp:nvSpPr>
        <dsp:cNvPr id="0" name=""/>
        <dsp:cNvSpPr/>
      </dsp:nvSpPr>
      <dsp:spPr>
        <a:xfrm>
          <a:off x="2799903" y="662143"/>
          <a:ext cx="2634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63486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Montserrat" panose="00000500000000000000" pitchFamily="2" charset="0"/>
          </a:endParaRPr>
        </a:p>
      </dsp:txBody>
      <dsp:txXfrm>
        <a:off x="2925059" y="701276"/>
        <a:ext cx="13174" cy="13174"/>
      </dsp:txXfrm>
    </dsp:sp>
    <dsp:sp modelId="{4857C23F-0C71-42B8-866F-B72DA005AE07}">
      <dsp:nvSpPr>
        <dsp:cNvPr id="0" name=""/>
        <dsp:cNvSpPr/>
      </dsp:nvSpPr>
      <dsp:spPr>
        <a:xfrm>
          <a:off x="2799903" y="205793"/>
          <a:ext cx="263486" cy="502070"/>
        </a:xfrm>
        <a:custGeom>
          <a:avLst/>
          <a:gdLst/>
          <a:ahLst/>
          <a:cxnLst/>
          <a:rect l="0" t="0" r="0" b="0"/>
          <a:pathLst>
            <a:path>
              <a:moveTo>
                <a:pt x="0" y="502070"/>
              </a:moveTo>
              <a:lnTo>
                <a:pt x="131743" y="502070"/>
              </a:lnTo>
              <a:lnTo>
                <a:pt x="131743" y="0"/>
              </a:lnTo>
              <a:lnTo>
                <a:pt x="263486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Montserrat" panose="00000500000000000000" pitchFamily="2" charset="0"/>
          </a:endParaRPr>
        </a:p>
      </dsp:txBody>
      <dsp:txXfrm>
        <a:off x="2917471" y="442653"/>
        <a:ext cx="28350" cy="28350"/>
      </dsp:txXfrm>
    </dsp:sp>
    <dsp:sp modelId="{D19314CE-EC74-4E80-AEB6-1EA948E3B956}">
      <dsp:nvSpPr>
        <dsp:cNvPr id="0" name=""/>
        <dsp:cNvSpPr/>
      </dsp:nvSpPr>
      <dsp:spPr>
        <a:xfrm>
          <a:off x="1218985" y="707863"/>
          <a:ext cx="263486" cy="1757245"/>
        </a:xfrm>
        <a:custGeom>
          <a:avLst/>
          <a:gdLst/>
          <a:ahLst/>
          <a:cxnLst/>
          <a:rect l="0" t="0" r="0" b="0"/>
          <a:pathLst>
            <a:path>
              <a:moveTo>
                <a:pt x="0" y="1757245"/>
              </a:moveTo>
              <a:lnTo>
                <a:pt x="131743" y="1757245"/>
              </a:lnTo>
              <a:lnTo>
                <a:pt x="131743" y="0"/>
              </a:lnTo>
              <a:lnTo>
                <a:pt x="26348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latin typeface="Montserrat" panose="00000500000000000000" pitchFamily="2" charset="0"/>
          </a:endParaRPr>
        </a:p>
      </dsp:txBody>
      <dsp:txXfrm>
        <a:off x="1306306" y="1542064"/>
        <a:ext cx="88844" cy="88844"/>
      </dsp:txXfrm>
    </dsp:sp>
    <dsp:sp modelId="{1955FE4F-F686-4299-881F-3B9C13505DEC}">
      <dsp:nvSpPr>
        <dsp:cNvPr id="0" name=""/>
        <dsp:cNvSpPr/>
      </dsp:nvSpPr>
      <dsp:spPr>
        <a:xfrm rot="16200000">
          <a:off x="-38832" y="2264280"/>
          <a:ext cx="2113979" cy="401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Montserrat" panose="00000500000000000000" pitchFamily="2" charset="0"/>
            </a:rPr>
            <a:t>Power BI supports four main types of cardinality:</a:t>
          </a:r>
        </a:p>
      </dsp:txBody>
      <dsp:txXfrm>
        <a:off x="-38832" y="2264280"/>
        <a:ext cx="2113979" cy="401656"/>
      </dsp:txXfrm>
    </dsp:sp>
    <dsp:sp modelId="{437A5718-08C9-4C97-82D0-6A6DD6769CE4}">
      <dsp:nvSpPr>
        <dsp:cNvPr id="0" name=""/>
        <dsp:cNvSpPr/>
      </dsp:nvSpPr>
      <dsp:spPr>
        <a:xfrm>
          <a:off x="1482472" y="507035"/>
          <a:ext cx="1317431" cy="401656"/>
        </a:xfrm>
        <a:prstGeom prst="rect">
          <a:avLst/>
        </a:prstGeom>
        <a:solidFill>
          <a:schemeClr val="accent4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Montserrat" panose="00000500000000000000" pitchFamily="2" charset="0"/>
            </a:rPr>
            <a:t>One-to-One (1:1)</a:t>
          </a:r>
          <a:endParaRPr lang="en-US" sz="1000" kern="1200">
            <a:latin typeface="Montserrat" panose="00000500000000000000" pitchFamily="2" charset="0"/>
          </a:endParaRPr>
        </a:p>
      </dsp:txBody>
      <dsp:txXfrm>
        <a:off x="1482472" y="507035"/>
        <a:ext cx="1317431" cy="401656"/>
      </dsp:txXfrm>
    </dsp:sp>
    <dsp:sp modelId="{4CC7EA05-126A-4FD8-BCAA-17D166F61DFB}">
      <dsp:nvSpPr>
        <dsp:cNvPr id="0" name=""/>
        <dsp:cNvSpPr/>
      </dsp:nvSpPr>
      <dsp:spPr>
        <a:xfrm>
          <a:off x="3063390" y="4965"/>
          <a:ext cx="7488006" cy="401656"/>
        </a:xfrm>
        <a:prstGeom prst="rect">
          <a:avLst/>
        </a:prstGeom>
        <a:solidFill>
          <a:schemeClr val="accent4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Montserrat" panose="00000500000000000000" pitchFamily="2" charset="0"/>
            </a:rPr>
            <a:t>Each value in Table A matches exactly one value in Table B.</a:t>
          </a:r>
        </a:p>
      </dsp:txBody>
      <dsp:txXfrm>
        <a:off x="3063390" y="4965"/>
        <a:ext cx="7488006" cy="401656"/>
      </dsp:txXfrm>
    </dsp:sp>
    <dsp:sp modelId="{9C55818A-8A3D-4350-9584-428AFB956924}">
      <dsp:nvSpPr>
        <dsp:cNvPr id="0" name=""/>
        <dsp:cNvSpPr/>
      </dsp:nvSpPr>
      <dsp:spPr>
        <a:xfrm>
          <a:off x="3063390" y="507035"/>
          <a:ext cx="7488006" cy="401656"/>
        </a:xfrm>
        <a:prstGeom prst="rect">
          <a:avLst/>
        </a:prstGeom>
        <a:solidFill>
          <a:schemeClr val="accent4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Montserrat" panose="00000500000000000000" pitchFamily="2" charset="0"/>
            </a:rPr>
            <a:t>Used when both tables have unique identifiers.</a:t>
          </a:r>
        </a:p>
      </dsp:txBody>
      <dsp:txXfrm>
        <a:off x="3063390" y="507035"/>
        <a:ext cx="7488006" cy="401656"/>
      </dsp:txXfrm>
    </dsp:sp>
    <dsp:sp modelId="{E2675EC5-FAFA-4ACF-84B4-81F59AAB0E15}">
      <dsp:nvSpPr>
        <dsp:cNvPr id="0" name=""/>
        <dsp:cNvSpPr/>
      </dsp:nvSpPr>
      <dsp:spPr>
        <a:xfrm>
          <a:off x="3063390" y="1009105"/>
          <a:ext cx="7488006" cy="401656"/>
        </a:xfrm>
        <a:prstGeom prst="rect">
          <a:avLst/>
        </a:prstGeom>
        <a:solidFill>
          <a:schemeClr val="accent4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Montserrat" panose="00000500000000000000" pitchFamily="2" charset="0"/>
            </a:rPr>
            <a:t>Example: A table of Employees and a table of Employee Details where each employee appears only once.</a:t>
          </a:r>
        </a:p>
      </dsp:txBody>
      <dsp:txXfrm>
        <a:off x="3063390" y="1009105"/>
        <a:ext cx="7488006" cy="401656"/>
      </dsp:txXfrm>
    </dsp:sp>
    <dsp:sp modelId="{65698FE5-8AB4-4832-9F46-6242BBC9877B}">
      <dsp:nvSpPr>
        <dsp:cNvPr id="0" name=""/>
        <dsp:cNvSpPr/>
      </dsp:nvSpPr>
      <dsp:spPr>
        <a:xfrm>
          <a:off x="1482472" y="1762210"/>
          <a:ext cx="1317431" cy="401656"/>
        </a:xfrm>
        <a:prstGeom prst="rect">
          <a:avLst/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Montserrat" panose="00000500000000000000" pitchFamily="2" charset="0"/>
            </a:rPr>
            <a:t>One-to-Many (1:M) (Most Common)</a:t>
          </a:r>
          <a:endParaRPr lang="en-US" sz="1000" kern="1200">
            <a:latin typeface="Montserrat" panose="00000500000000000000" pitchFamily="2" charset="0"/>
          </a:endParaRPr>
        </a:p>
      </dsp:txBody>
      <dsp:txXfrm>
        <a:off x="1482472" y="1762210"/>
        <a:ext cx="1317431" cy="401656"/>
      </dsp:txXfrm>
    </dsp:sp>
    <dsp:sp modelId="{46DA6F65-8B5D-4B21-A6C9-05C0BF939F3D}">
      <dsp:nvSpPr>
        <dsp:cNvPr id="0" name=""/>
        <dsp:cNvSpPr/>
      </dsp:nvSpPr>
      <dsp:spPr>
        <a:xfrm>
          <a:off x="3063390" y="1511175"/>
          <a:ext cx="7488006" cy="401656"/>
        </a:xfrm>
        <a:prstGeom prst="rect">
          <a:avLst/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Montserrat" panose="00000500000000000000" pitchFamily="2" charset="0"/>
            </a:rPr>
            <a:t>Each value in Table A matches multiple values in Table B.</a:t>
          </a:r>
        </a:p>
      </dsp:txBody>
      <dsp:txXfrm>
        <a:off x="3063390" y="1511175"/>
        <a:ext cx="7488006" cy="401656"/>
      </dsp:txXfrm>
    </dsp:sp>
    <dsp:sp modelId="{1FF37F0A-342B-4B56-AFFB-0C720B8EB8D2}">
      <dsp:nvSpPr>
        <dsp:cNvPr id="0" name=""/>
        <dsp:cNvSpPr/>
      </dsp:nvSpPr>
      <dsp:spPr>
        <a:xfrm>
          <a:off x="3063390" y="2013245"/>
          <a:ext cx="7488006" cy="401656"/>
        </a:xfrm>
        <a:prstGeom prst="rect">
          <a:avLst/>
        </a:prstGeom>
        <a:solidFill>
          <a:schemeClr val="accent5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Montserrat" panose="00000500000000000000" pitchFamily="2" charset="0"/>
            </a:rPr>
            <a:t>Example: A Customers table (one customer) related to an Orders table (multiple orders per customer).</a:t>
          </a:r>
        </a:p>
      </dsp:txBody>
      <dsp:txXfrm>
        <a:off x="3063390" y="2013245"/>
        <a:ext cx="7488006" cy="401656"/>
      </dsp:txXfrm>
    </dsp:sp>
    <dsp:sp modelId="{07330C6A-240C-499C-83D7-6363147F9C89}">
      <dsp:nvSpPr>
        <dsp:cNvPr id="0" name=""/>
        <dsp:cNvSpPr/>
      </dsp:nvSpPr>
      <dsp:spPr>
        <a:xfrm>
          <a:off x="1482472" y="2766351"/>
          <a:ext cx="1317431" cy="401656"/>
        </a:xfrm>
        <a:prstGeom prst="rect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Montserrat" panose="00000500000000000000" pitchFamily="2" charset="0"/>
            </a:rPr>
            <a:t>Many-to-One (M:1)</a:t>
          </a:r>
          <a:endParaRPr lang="en-US" sz="1000" kern="1200">
            <a:latin typeface="Montserrat" panose="00000500000000000000" pitchFamily="2" charset="0"/>
          </a:endParaRPr>
        </a:p>
      </dsp:txBody>
      <dsp:txXfrm>
        <a:off x="1482472" y="2766351"/>
        <a:ext cx="1317431" cy="401656"/>
      </dsp:txXfrm>
    </dsp:sp>
    <dsp:sp modelId="{74E2466D-FB47-43DE-9506-FA3BB4FD6C22}">
      <dsp:nvSpPr>
        <dsp:cNvPr id="0" name=""/>
        <dsp:cNvSpPr/>
      </dsp:nvSpPr>
      <dsp:spPr>
        <a:xfrm>
          <a:off x="3063390" y="2515316"/>
          <a:ext cx="7488006" cy="401656"/>
        </a:xfrm>
        <a:prstGeom prst="rect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Montserrat" panose="00000500000000000000" pitchFamily="2" charset="0"/>
            </a:rPr>
            <a:t>Reverse of One-to-Many, where the lookup table is on the right.</a:t>
          </a:r>
        </a:p>
      </dsp:txBody>
      <dsp:txXfrm>
        <a:off x="3063390" y="2515316"/>
        <a:ext cx="7488006" cy="401656"/>
      </dsp:txXfrm>
    </dsp:sp>
    <dsp:sp modelId="{EA7AEA68-61C2-4699-B5BA-C67162FA7EEA}">
      <dsp:nvSpPr>
        <dsp:cNvPr id="0" name=""/>
        <dsp:cNvSpPr/>
      </dsp:nvSpPr>
      <dsp:spPr>
        <a:xfrm>
          <a:off x="3063390" y="3017386"/>
          <a:ext cx="7488006" cy="401656"/>
        </a:xfrm>
        <a:prstGeom prst="rect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Montserrat" panose="00000500000000000000" pitchFamily="2" charset="0"/>
            </a:rPr>
            <a:t>Power BI automatically handles Many-to-One relationships as One-to-Many.</a:t>
          </a:r>
        </a:p>
      </dsp:txBody>
      <dsp:txXfrm>
        <a:off x="3063390" y="3017386"/>
        <a:ext cx="7488006" cy="401656"/>
      </dsp:txXfrm>
    </dsp:sp>
    <dsp:sp modelId="{CD896BCE-2640-4F7F-94EC-6A194D035977}">
      <dsp:nvSpPr>
        <dsp:cNvPr id="0" name=""/>
        <dsp:cNvSpPr/>
      </dsp:nvSpPr>
      <dsp:spPr>
        <a:xfrm>
          <a:off x="1482472" y="4021526"/>
          <a:ext cx="1317431" cy="401656"/>
        </a:xfrm>
        <a:prstGeom prst="rect">
          <a:avLst/>
        </a:prstGeom>
        <a:solidFill>
          <a:srgbClr val="FF5D5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Montserrat" panose="00000500000000000000" pitchFamily="2" charset="0"/>
            </a:rPr>
            <a:t>Many-to-Many (M:M)</a:t>
          </a:r>
          <a:endParaRPr lang="en-US" sz="1000" kern="1200">
            <a:latin typeface="Montserrat" panose="00000500000000000000" pitchFamily="2" charset="0"/>
          </a:endParaRPr>
        </a:p>
      </dsp:txBody>
      <dsp:txXfrm>
        <a:off x="1482472" y="4021526"/>
        <a:ext cx="1317431" cy="401656"/>
      </dsp:txXfrm>
    </dsp:sp>
    <dsp:sp modelId="{EC0DF2AA-824A-4384-830E-CD482ED3F850}">
      <dsp:nvSpPr>
        <dsp:cNvPr id="0" name=""/>
        <dsp:cNvSpPr/>
      </dsp:nvSpPr>
      <dsp:spPr>
        <a:xfrm>
          <a:off x="3063390" y="3519456"/>
          <a:ext cx="7488006" cy="401656"/>
        </a:xfrm>
        <a:prstGeom prst="rect">
          <a:avLst/>
        </a:prstGeom>
        <a:solidFill>
          <a:srgbClr val="FF5D5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Montserrat" panose="00000500000000000000" pitchFamily="2" charset="0"/>
            </a:rPr>
            <a:t>Used when multiple values in Table A relate to multiple values in Table B.</a:t>
          </a:r>
        </a:p>
      </dsp:txBody>
      <dsp:txXfrm>
        <a:off x="3063390" y="3519456"/>
        <a:ext cx="7488006" cy="401656"/>
      </dsp:txXfrm>
    </dsp:sp>
    <dsp:sp modelId="{9FD5A9F4-E01A-4827-9A44-478237D63CB3}">
      <dsp:nvSpPr>
        <dsp:cNvPr id="0" name=""/>
        <dsp:cNvSpPr/>
      </dsp:nvSpPr>
      <dsp:spPr>
        <a:xfrm>
          <a:off x="3063390" y="4021526"/>
          <a:ext cx="7488006" cy="401656"/>
        </a:xfrm>
        <a:prstGeom prst="rect">
          <a:avLst/>
        </a:prstGeom>
        <a:solidFill>
          <a:srgbClr val="FF5D5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Montserrat" panose="00000500000000000000" pitchFamily="2" charset="0"/>
            </a:rPr>
            <a:t>Requires a bridge table or direct many-to-many relationships in Power BI.</a:t>
          </a:r>
        </a:p>
      </dsp:txBody>
      <dsp:txXfrm>
        <a:off x="3063390" y="4021526"/>
        <a:ext cx="7488006" cy="401656"/>
      </dsp:txXfrm>
    </dsp:sp>
    <dsp:sp modelId="{9DEC16C1-83D1-4653-8DB1-A64C479C2657}">
      <dsp:nvSpPr>
        <dsp:cNvPr id="0" name=""/>
        <dsp:cNvSpPr/>
      </dsp:nvSpPr>
      <dsp:spPr>
        <a:xfrm>
          <a:off x="3063390" y="4523596"/>
          <a:ext cx="7488006" cy="401656"/>
        </a:xfrm>
        <a:prstGeom prst="rect">
          <a:avLst/>
        </a:prstGeom>
        <a:solidFill>
          <a:srgbClr val="FF5D5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Montserrat" panose="00000500000000000000" pitchFamily="2" charset="0"/>
            </a:rPr>
            <a:t>Example: A Students table related to a Courses table (students enroll in multiple courses, and each course has multiple students).</a:t>
          </a:r>
        </a:p>
      </dsp:txBody>
      <dsp:txXfrm>
        <a:off x="3063390" y="4523596"/>
        <a:ext cx="7488006" cy="4016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53688B-BBA3-48C6-B5E1-B6D2128D627E}">
      <dsp:nvSpPr>
        <dsp:cNvPr id="0" name=""/>
        <dsp:cNvSpPr/>
      </dsp:nvSpPr>
      <dsp:spPr>
        <a:xfrm>
          <a:off x="601" y="310766"/>
          <a:ext cx="1408060" cy="704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Montserrat" panose="00000500000000000000" pitchFamily="2" charset="0"/>
            </a:rPr>
            <a:t>Affects </a:t>
          </a:r>
          <a:r>
            <a:rPr lang="en-US" sz="1100" b="1" kern="1200">
              <a:latin typeface="Montserrat" panose="00000500000000000000" pitchFamily="2" charset="0"/>
            </a:rPr>
            <a:t>data modeling</a:t>
          </a:r>
          <a:r>
            <a:rPr lang="en-US" sz="1100" kern="1200">
              <a:latin typeface="Montserrat" panose="00000500000000000000" pitchFamily="2" charset="0"/>
            </a:rPr>
            <a:t> and </a:t>
          </a:r>
          <a:r>
            <a:rPr lang="en-US" sz="1100" b="1" kern="1200">
              <a:latin typeface="Montserrat" panose="00000500000000000000" pitchFamily="2" charset="0"/>
            </a:rPr>
            <a:t>query performance</a:t>
          </a:r>
          <a:r>
            <a:rPr lang="en-US" sz="1100" kern="1200">
              <a:latin typeface="Montserrat" panose="00000500000000000000" pitchFamily="2" charset="0"/>
            </a:rPr>
            <a:t>.</a:t>
          </a:r>
        </a:p>
      </dsp:txBody>
      <dsp:txXfrm>
        <a:off x="21221" y="331386"/>
        <a:ext cx="1366820" cy="662790"/>
      </dsp:txXfrm>
    </dsp:sp>
    <dsp:sp modelId="{EA9AE08C-4EAF-41C3-8548-30B073C1ABEC}">
      <dsp:nvSpPr>
        <dsp:cNvPr id="0" name=""/>
        <dsp:cNvSpPr/>
      </dsp:nvSpPr>
      <dsp:spPr>
        <a:xfrm>
          <a:off x="1760677" y="310766"/>
          <a:ext cx="1408060" cy="704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Montserrat" panose="00000500000000000000" pitchFamily="2" charset="0"/>
            </a:rPr>
            <a:t>Determines </a:t>
          </a:r>
          <a:r>
            <a:rPr lang="en-US" sz="1100" b="1" kern="1200">
              <a:latin typeface="Montserrat" panose="00000500000000000000" pitchFamily="2" charset="0"/>
            </a:rPr>
            <a:t>filter propagation</a:t>
          </a:r>
          <a:r>
            <a:rPr lang="en-US" sz="1100" kern="1200">
              <a:latin typeface="Montserrat" panose="00000500000000000000" pitchFamily="2" charset="0"/>
            </a:rPr>
            <a:t> in relationships.</a:t>
          </a:r>
        </a:p>
      </dsp:txBody>
      <dsp:txXfrm>
        <a:off x="1781297" y="331386"/>
        <a:ext cx="1366820" cy="662790"/>
      </dsp:txXfrm>
    </dsp:sp>
    <dsp:sp modelId="{B4418FD9-743D-49FC-A43F-E57D92B8F728}">
      <dsp:nvSpPr>
        <dsp:cNvPr id="0" name=""/>
        <dsp:cNvSpPr/>
      </dsp:nvSpPr>
      <dsp:spPr>
        <a:xfrm>
          <a:off x="3520753" y="310766"/>
          <a:ext cx="1408060" cy="704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Montserrat" panose="00000500000000000000" pitchFamily="2" charset="0"/>
            </a:rPr>
            <a:t>Impacts how aggregations and measures behave.</a:t>
          </a:r>
        </a:p>
      </dsp:txBody>
      <dsp:txXfrm>
        <a:off x="3541373" y="331386"/>
        <a:ext cx="1366820" cy="6627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DEF940-0E8C-42C9-BA1F-346DBD763560}">
      <dsp:nvSpPr>
        <dsp:cNvPr id="0" name=""/>
        <dsp:cNvSpPr/>
      </dsp:nvSpPr>
      <dsp:spPr>
        <a:xfrm>
          <a:off x="1673257" y="836834"/>
          <a:ext cx="915685" cy="317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920"/>
              </a:lnTo>
              <a:lnTo>
                <a:pt x="915685" y="158920"/>
              </a:lnTo>
              <a:lnTo>
                <a:pt x="915685" y="3178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5BE769-7027-446B-8BEF-A0C44BBBCF70}">
      <dsp:nvSpPr>
        <dsp:cNvPr id="0" name=""/>
        <dsp:cNvSpPr/>
      </dsp:nvSpPr>
      <dsp:spPr>
        <a:xfrm>
          <a:off x="757571" y="836834"/>
          <a:ext cx="915685" cy="317841"/>
        </a:xfrm>
        <a:custGeom>
          <a:avLst/>
          <a:gdLst/>
          <a:ahLst/>
          <a:cxnLst/>
          <a:rect l="0" t="0" r="0" b="0"/>
          <a:pathLst>
            <a:path>
              <a:moveTo>
                <a:pt x="915685" y="0"/>
              </a:moveTo>
              <a:lnTo>
                <a:pt x="915685" y="158920"/>
              </a:lnTo>
              <a:lnTo>
                <a:pt x="0" y="158920"/>
              </a:lnTo>
              <a:lnTo>
                <a:pt x="0" y="3178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1E1A0E-C9B6-40F8-B01B-334C8FE4C194}">
      <dsp:nvSpPr>
        <dsp:cNvPr id="0" name=""/>
        <dsp:cNvSpPr/>
      </dsp:nvSpPr>
      <dsp:spPr>
        <a:xfrm>
          <a:off x="916492" y="80069"/>
          <a:ext cx="1513530" cy="7567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Montserrat" panose="00000500000000000000" pitchFamily="2" charset="0"/>
            </a:rPr>
            <a:t>When defining relationships in Power BI, you also choose</a:t>
          </a:r>
        </a:p>
      </dsp:txBody>
      <dsp:txXfrm>
        <a:off x="953434" y="117011"/>
        <a:ext cx="1439646" cy="682881"/>
      </dsp:txXfrm>
    </dsp:sp>
    <dsp:sp modelId="{846E3BDA-2653-4643-A8E2-79176828F95F}">
      <dsp:nvSpPr>
        <dsp:cNvPr id="0" name=""/>
        <dsp:cNvSpPr/>
      </dsp:nvSpPr>
      <dsp:spPr>
        <a:xfrm>
          <a:off x="806" y="1154676"/>
          <a:ext cx="1513530" cy="7567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Montserrat" panose="00000500000000000000" pitchFamily="2" charset="0"/>
            </a:rPr>
            <a:t>Cross-filter direction</a:t>
          </a:r>
          <a:r>
            <a:rPr lang="en-US" sz="1100" kern="1200">
              <a:latin typeface="Montserrat" panose="00000500000000000000" pitchFamily="2" charset="0"/>
            </a:rPr>
            <a:t> (Single vs. Both)</a:t>
          </a:r>
        </a:p>
      </dsp:txBody>
      <dsp:txXfrm>
        <a:off x="37748" y="1191618"/>
        <a:ext cx="1439646" cy="682881"/>
      </dsp:txXfrm>
    </dsp:sp>
    <dsp:sp modelId="{17F3F62D-DC81-4F64-9D6F-19ABDF7C863A}">
      <dsp:nvSpPr>
        <dsp:cNvPr id="0" name=""/>
        <dsp:cNvSpPr/>
      </dsp:nvSpPr>
      <dsp:spPr>
        <a:xfrm>
          <a:off x="1832178" y="1154676"/>
          <a:ext cx="1513530" cy="7567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Montserrat" panose="00000500000000000000" pitchFamily="2" charset="0"/>
            </a:rPr>
            <a:t>Active vs. Inactive relationships</a:t>
          </a:r>
          <a:r>
            <a:rPr lang="en-US" sz="1100" kern="1200" dirty="0">
              <a:latin typeface="Montserrat" panose="00000500000000000000" pitchFamily="2" charset="0"/>
            </a:rPr>
            <a:t> (Only one relationship is active at a time)</a:t>
          </a:r>
        </a:p>
      </dsp:txBody>
      <dsp:txXfrm>
        <a:off x="1869120" y="1191618"/>
        <a:ext cx="1439646" cy="6828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7FCB04-D60C-4D53-8F25-B1E742A49EA1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A2AB0-2923-4EDB-BACE-6BACACFF9938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Montserrat" panose="00000500000000000000" pitchFamily="2" charset="0"/>
            </a:rPr>
            <a:t>Prefer One-to-Many relationships</a:t>
          </a:r>
          <a:r>
            <a:rPr lang="en-US" sz="2400" kern="1200">
              <a:latin typeface="Montserrat" panose="00000500000000000000" pitchFamily="2" charset="0"/>
            </a:rPr>
            <a:t> where possible.</a:t>
          </a:r>
        </a:p>
      </dsp:txBody>
      <dsp:txXfrm>
        <a:off x="0" y="531"/>
        <a:ext cx="10515600" cy="870055"/>
      </dsp:txXfrm>
    </dsp:sp>
    <dsp:sp modelId="{EE859D82-7C13-4A61-A621-4EA3630C1230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6E425-3722-4BFB-B3A4-99FE2330F517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Montserrat" panose="00000500000000000000" pitchFamily="2" charset="0"/>
            </a:rPr>
            <a:t>Optimize Many-to-Many relationships</a:t>
          </a:r>
          <a:r>
            <a:rPr lang="en-US" sz="2400" kern="1200">
              <a:latin typeface="Montserrat" panose="00000500000000000000" pitchFamily="2" charset="0"/>
            </a:rPr>
            <a:t> using bridge tables.</a:t>
          </a:r>
        </a:p>
      </dsp:txBody>
      <dsp:txXfrm>
        <a:off x="0" y="870586"/>
        <a:ext cx="10515600" cy="870055"/>
      </dsp:txXfrm>
    </dsp:sp>
    <dsp:sp modelId="{C616AA76-EDDE-48DA-93AC-F838B68030F2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26C82-CBDB-4DB3-ACF0-2A998562FF64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Montserrat" panose="00000500000000000000" pitchFamily="2" charset="0"/>
            </a:rPr>
            <a:t>Check data granularity</a:t>
          </a:r>
          <a:r>
            <a:rPr lang="en-US" sz="2400" kern="1200">
              <a:latin typeface="Montserrat" panose="00000500000000000000" pitchFamily="2" charset="0"/>
            </a:rPr>
            <a:t> to ensure relationships are correct.</a:t>
          </a:r>
        </a:p>
      </dsp:txBody>
      <dsp:txXfrm>
        <a:off x="0" y="1740641"/>
        <a:ext cx="10515600" cy="870055"/>
      </dsp:txXfrm>
    </dsp:sp>
    <dsp:sp modelId="{ECA6CEB8-33EE-4DD9-9C56-DA084C9A3267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76FCD-F479-4F16-AD33-3CC9484ED500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Montserrat" panose="00000500000000000000" pitchFamily="2" charset="0"/>
            </a:rPr>
            <a:t>Use correct cross-filtering</a:t>
          </a:r>
          <a:r>
            <a:rPr lang="en-US" sz="2400" kern="1200">
              <a:latin typeface="Montserrat" panose="00000500000000000000" pitchFamily="2" charset="0"/>
            </a:rPr>
            <a:t> to control data flow.</a:t>
          </a:r>
        </a:p>
      </dsp:txBody>
      <dsp:txXfrm>
        <a:off x="0" y="2610696"/>
        <a:ext cx="10515600" cy="870055"/>
      </dsp:txXfrm>
    </dsp:sp>
    <dsp:sp modelId="{BE97185E-A01C-4073-917B-2A98E0D03C83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3410D-3DDB-4D05-B00D-D80D3D4D14DD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Montserrat" panose="00000500000000000000" pitchFamily="2" charset="0"/>
            </a:rPr>
            <a:t>Ensure primary and foreign keys have unique values</a:t>
          </a:r>
          <a:r>
            <a:rPr lang="en-US" sz="2400" kern="1200">
              <a:latin typeface="Montserrat" panose="00000500000000000000" pitchFamily="2" charset="0"/>
            </a:rPr>
            <a:t> to avoid ambiguous relationships.</a:t>
          </a:r>
        </a:p>
      </dsp:txBody>
      <dsp:txXfrm>
        <a:off x="0" y="3480751"/>
        <a:ext cx="10515600" cy="8700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CACC4-32CA-46B8-9D16-49BC8BE2B8BA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71BF6-9E8E-408E-A7EF-2EF23F146ECA}">
      <dsp:nvSpPr>
        <dsp:cNvPr id="0" name=""/>
        <dsp:cNvSpPr/>
      </dsp:nvSpPr>
      <dsp:spPr>
        <a:xfrm>
          <a:off x="0" y="0"/>
          <a:ext cx="10515600" cy="1580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 </a:t>
          </a:r>
          <a:r>
            <a:rPr lang="en-US" sz="2400" b="1" kern="1200" dirty="0"/>
            <a:t>One-to-One (1:1) relationship</a:t>
          </a:r>
          <a:r>
            <a:rPr lang="en-US" sz="2400" kern="1200" dirty="0"/>
            <a:t> is used when each value in a column of </a:t>
          </a:r>
          <a:r>
            <a:rPr lang="en-US" sz="2400" b="1" kern="1200" dirty="0"/>
            <a:t>Table A</a:t>
          </a:r>
          <a:r>
            <a:rPr lang="en-US" sz="2400" kern="1200" dirty="0"/>
            <a:t> matches exactly one value in a column of </a:t>
          </a:r>
          <a:r>
            <a:rPr lang="en-US" sz="2400" b="1" kern="1200" dirty="0"/>
            <a:t>Table B</a:t>
          </a:r>
          <a:r>
            <a:rPr lang="en-US" sz="2400" kern="1200" dirty="0"/>
            <a:t> and vice versa. </a:t>
          </a:r>
        </a:p>
      </dsp:txBody>
      <dsp:txXfrm>
        <a:off x="0" y="0"/>
        <a:ext cx="10515600" cy="1580577"/>
      </dsp:txXfrm>
    </dsp:sp>
    <dsp:sp modelId="{3E24390B-7F73-4F4B-A00C-2AB93169293E}">
      <dsp:nvSpPr>
        <dsp:cNvPr id="0" name=""/>
        <dsp:cNvSpPr/>
      </dsp:nvSpPr>
      <dsp:spPr>
        <a:xfrm>
          <a:off x="0" y="158057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BF11C-4FB2-4BED-9656-7628B85E3290}">
      <dsp:nvSpPr>
        <dsp:cNvPr id="0" name=""/>
        <dsp:cNvSpPr/>
      </dsp:nvSpPr>
      <dsp:spPr>
        <a:xfrm>
          <a:off x="0" y="1580577"/>
          <a:ext cx="10515600" cy="1580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It is less common in Power BI because, usually, data modeling benefits from </a:t>
          </a:r>
          <a:r>
            <a:rPr lang="en-US" sz="2400" b="1" kern="1200" dirty="0"/>
            <a:t>One-to-Many (1:M)</a:t>
          </a:r>
          <a:r>
            <a:rPr lang="en-US" sz="2400" kern="1200" dirty="0"/>
            <a:t> relationships. However, </a:t>
          </a:r>
          <a:r>
            <a:rPr lang="en-US" sz="2000" b="1" kern="1200" dirty="0"/>
            <a:t>One-to-One</a:t>
          </a:r>
          <a:r>
            <a:rPr lang="en-US" sz="2400" kern="1200" dirty="0"/>
            <a:t> can be useful in specific cases.</a:t>
          </a:r>
        </a:p>
      </dsp:txBody>
      <dsp:txXfrm>
        <a:off x="0" y="1580577"/>
        <a:ext cx="10515600" cy="158057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EC74AF-3E68-4042-9F20-FB13A8BF54AD}">
      <dsp:nvSpPr>
        <dsp:cNvPr id="0" name=""/>
        <dsp:cNvSpPr/>
      </dsp:nvSpPr>
      <dsp:spPr>
        <a:xfrm>
          <a:off x="0" y="2124"/>
          <a:ext cx="106342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0B93BB-87BD-4475-BE3F-44BBC5AA12A3}">
      <dsp:nvSpPr>
        <dsp:cNvPr id="0" name=""/>
        <dsp:cNvSpPr/>
      </dsp:nvSpPr>
      <dsp:spPr>
        <a:xfrm>
          <a:off x="0" y="2124"/>
          <a:ext cx="2126844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Security &amp; Data Separation:</a:t>
          </a:r>
          <a:endParaRPr lang="en-US" sz="1800" kern="1200" dirty="0"/>
        </a:p>
      </dsp:txBody>
      <dsp:txXfrm>
        <a:off x="0" y="2124"/>
        <a:ext cx="2126844" cy="1449029"/>
      </dsp:txXfrm>
    </dsp:sp>
    <dsp:sp modelId="{D191405F-CF4F-4810-B872-A2987A61D6C1}">
      <dsp:nvSpPr>
        <dsp:cNvPr id="0" name=""/>
        <dsp:cNvSpPr/>
      </dsp:nvSpPr>
      <dsp:spPr>
        <a:xfrm>
          <a:off x="2286357" y="67925"/>
          <a:ext cx="8347863" cy="1316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If salary data is confidential, it can be stored in a separate table with restricted access.</a:t>
          </a:r>
        </a:p>
      </dsp:txBody>
      <dsp:txXfrm>
        <a:off x="2286357" y="67925"/>
        <a:ext cx="8347863" cy="1316013"/>
      </dsp:txXfrm>
    </dsp:sp>
    <dsp:sp modelId="{14218B20-A6B4-41BA-9DEF-2FAAB490DA1C}">
      <dsp:nvSpPr>
        <dsp:cNvPr id="0" name=""/>
        <dsp:cNvSpPr/>
      </dsp:nvSpPr>
      <dsp:spPr>
        <a:xfrm>
          <a:off x="2126844" y="1383938"/>
          <a:ext cx="85073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10F1C-5773-42AC-BC04-070830ABF42B}">
      <dsp:nvSpPr>
        <dsp:cNvPr id="0" name=""/>
        <dsp:cNvSpPr/>
      </dsp:nvSpPr>
      <dsp:spPr>
        <a:xfrm>
          <a:off x="0" y="1451154"/>
          <a:ext cx="106342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8C99E-A245-4322-AE7F-60A66656817D}">
      <dsp:nvSpPr>
        <dsp:cNvPr id="0" name=""/>
        <dsp:cNvSpPr/>
      </dsp:nvSpPr>
      <dsp:spPr>
        <a:xfrm>
          <a:off x="0" y="1451154"/>
          <a:ext cx="2126844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Better Performance &amp; Data Organization:</a:t>
          </a:r>
          <a:endParaRPr lang="en-US" sz="1800" kern="1200" dirty="0"/>
        </a:p>
      </dsp:txBody>
      <dsp:txXfrm>
        <a:off x="0" y="1451154"/>
        <a:ext cx="2126844" cy="1449029"/>
      </dsp:txXfrm>
    </dsp:sp>
    <dsp:sp modelId="{ABC5B37A-F983-4161-880C-0E209E43829E}">
      <dsp:nvSpPr>
        <dsp:cNvPr id="0" name=""/>
        <dsp:cNvSpPr/>
      </dsp:nvSpPr>
      <dsp:spPr>
        <a:xfrm>
          <a:off x="2286357" y="1484832"/>
          <a:ext cx="8347863" cy="673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Splitting large tables can improve Power BI performance.</a:t>
          </a:r>
        </a:p>
      </dsp:txBody>
      <dsp:txXfrm>
        <a:off x="2286357" y="1484832"/>
        <a:ext cx="8347863" cy="673572"/>
      </dsp:txXfrm>
    </dsp:sp>
    <dsp:sp modelId="{58DE805B-11DF-4198-8C96-9FD613C8FFAD}">
      <dsp:nvSpPr>
        <dsp:cNvPr id="0" name=""/>
        <dsp:cNvSpPr/>
      </dsp:nvSpPr>
      <dsp:spPr>
        <a:xfrm>
          <a:off x="2126844" y="2158405"/>
          <a:ext cx="85073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AC724-3C00-4B0F-9A19-1B51A3BE2A93}">
      <dsp:nvSpPr>
        <dsp:cNvPr id="0" name=""/>
        <dsp:cNvSpPr/>
      </dsp:nvSpPr>
      <dsp:spPr>
        <a:xfrm>
          <a:off x="2286357" y="2192083"/>
          <a:ext cx="8347863" cy="673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Keeping sensitive information separate makes queries faster.</a:t>
          </a:r>
        </a:p>
      </dsp:txBody>
      <dsp:txXfrm>
        <a:off x="2286357" y="2192083"/>
        <a:ext cx="8347863" cy="673572"/>
      </dsp:txXfrm>
    </dsp:sp>
    <dsp:sp modelId="{FEB82EA5-BBF0-4736-AA2F-EAB482EAA760}">
      <dsp:nvSpPr>
        <dsp:cNvPr id="0" name=""/>
        <dsp:cNvSpPr/>
      </dsp:nvSpPr>
      <dsp:spPr>
        <a:xfrm>
          <a:off x="2126844" y="2865656"/>
          <a:ext cx="85073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F63DFD-2264-4EF2-98C4-344604BF78CF}">
      <dsp:nvSpPr>
        <dsp:cNvPr id="0" name=""/>
        <dsp:cNvSpPr/>
      </dsp:nvSpPr>
      <dsp:spPr>
        <a:xfrm>
          <a:off x="0" y="2900183"/>
          <a:ext cx="106342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FC5FEF-9086-4FF0-BBFC-B72BFFD33816}">
      <dsp:nvSpPr>
        <dsp:cNvPr id="0" name=""/>
        <dsp:cNvSpPr/>
      </dsp:nvSpPr>
      <dsp:spPr>
        <a:xfrm>
          <a:off x="0" y="2900183"/>
          <a:ext cx="2126844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Avoiding Unnecessary Data Duplication:</a:t>
          </a:r>
          <a:endParaRPr lang="en-US" sz="1800" kern="1200"/>
        </a:p>
      </dsp:txBody>
      <dsp:txXfrm>
        <a:off x="0" y="2900183"/>
        <a:ext cx="2126844" cy="1449029"/>
      </dsp:txXfrm>
    </dsp:sp>
    <dsp:sp modelId="{53DDCF21-83D0-4527-8B2B-A62A63686A5B}">
      <dsp:nvSpPr>
        <dsp:cNvPr id="0" name=""/>
        <dsp:cNvSpPr/>
      </dsp:nvSpPr>
      <dsp:spPr>
        <a:xfrm>
          <a:off x="2286357" y="2933862"/>
          <a:ext cx="8347863" cy="673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If all fields were combined in one table, it could make data management complex.</a:t>
          </a:r>
        </a:p>
      </dsp:txBody>
      <dsp:txXfrm>
        <a:off x="2286357" y="2933862"/>
        <a:ext cx="8347863" cy="673572"/>
      </dsp:txXfrm>
    </dsp:sp>
    <dsp:sp modelId="{82BC2ED6-01FF-47DF-AE59-2398A6152D27}">
      <dsp:nvSpPr>
        <dsp:cNvPr id="0" name=""/>
        <dsp:cNvSpPr/>
      </dsp:nvSpPr>
      <dsp:spPr>
        <a:xfrm>
          <a:off x="2126844" y="3607434"/>
          <a:ext cx="85073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ACB084-9A64-41B9-AF68-0BD3327960E5}">
      <dsp:nvSpPr>
        <dsp:cNvPr id="0" name=""/>
        <dsp:cNvSpPr/>
      </dsp:nvSpPr>
      <dsp:spPr>
        <a:xfrm>
          <a:off x="2286357" y="3641113"/>
          <a:ext cx="8347863" cy="673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 One-to-One relation allows Power BI to retrieve salary data only when needed.</a:t>
          </a:r>
        </a:p>
      </dsp:txBody>
      <dsp:txXfrm>
        <a:off x="2286357" y="3641113"/>
        <a:ext cx="8347863" cy="673572"/>
      </dsp:txXfrm>
    </dsp:sp>
    <dsp:sp modelId="{8B574239-B38F-40D4-9862-2704065EE698}">
      <dsp:nvSpPr>
        <dsp:cNvPr id="0" name=""/>
        <dsp:cNvSpPr/>
      </dsp:nvSpPr>
      <dsp:spPr>
        <a:xfrm>
          <a:off x="2126844" y="4314685"/>
          <a:ext cx="85073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7C94E9-7AEB-44D1-8E19-C9DBB17A48D3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E6E98-2586-468E-9343-455615324A85}">
      <dsp:nvSpPr>
        <dsp:cNvPr id="0" name=""/>
        <dsp:cNvSpPr/>
      </dsp:nvSpPr>
      <dsp:spPr>
        <a:xfrm>
          <a:off x="0" y="0"/>
          <a:ext cx="2103120" cy="435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Montserrat" panose="00000500000000000000" pitchFamily="2" charset="0"/>
            </a:rPr>
            <a:t>A </a:t>
          </a:r>
          <a:r>
            <a:rPr lang="en-US" sz="2400" b="1" kern="1200">
              <a:latin typeface="Montserrat" panose="00000500000000000000" pitchFamily="2" charset="0"/>
            </a:rPr>
            <a:t>One-to-One (1:1) relationship</a:t>
          </a:r>
          <a:r>
            <a:rPr lang="en-US" sz="2400" kern="1200">
              <a:latin typeface="Montserrat" panose="00000500000000000000" pitchFamily="2" charset="0"/>
            </a:rPr>
            <a:t> </a:t>
          </a:r>
        </a:p>
      </dsp:txBody>
      <dsp:txXfrm>
        <a:off x="0" y="0"/>
        <a:ext cx="2103120" cy="4351338"/>
      </dsp:txXfrm>
    </dsp:sp>
    <dsp:sp modelId="{F4242498-CFE5-4430-AC23-64A23C8605C1}">
      <dsp:nvSpPr>
        <dsp:cNvPr id="0" name=""/>
        <dsp:cNvSpPr/>
      </dsp:nvSpPr>
      <dsp:spPr>
        <a:xfrm>
          <a:off x="2260854" y="67989"/>
          <a:ext cx="825474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Montserrat" panose="00000500000000000000" pitchFamily="2" charset="0"/>
            </a:rPr>
            <a:t>is used when each value in a column of </a:t>
          </a:r>
          <a:r>
            <a:rPr lang="en-US" sz="2700" b="1" kern="1200">
              <a:latin typeface="Montserrat" panose="00000500000000000000" pitchFamily="2" charset="0"/>
            </a:rPr>
            <a:t>Table A</a:t>
          </a:r>
          <a:r>
            <a:rPr lang="en-US" sz="2700" kern="1200">
              <a:latin typeface="Montserrat" panose="00000500000000000000" pitchFamily="2" charset="0"/>
            </a:rPr>
            <a:t>   matches exactly one value in a column of </a:t>
          </a:r>
          <a:r>
            <a:rPr lang="en-US" sz="2700" b="1" kern="1200">
              <a:latin typeface="Montserrat" panose="00000500000000000000" pitchFamily="2" charset="0"/>
            </a:rPr>
            <a:t>Table B</a:t>
          </a:r>
          <a:r>
            <a:rPr lang="en-US" sz="2700" kern="1200">
              <a:latin typeface="Montserrat" panose="00000500000000000000" pitchFamily="2" charset="0"/>
            </a:rPr>
            <a:t> and vice versa. </a:t>
          </a:r>
        </a:p>
      </dsp:txBody>
      <dsp:txXfrm>
        <a:off x="2260854" y="67989"/>
        <a:ext cx="8254746" cy="1359793"/>
      </dsp:txXfrm>
    </dsp:sp>
    <dsp:sp modelId="{A1AFBBCB-C3F9-4651-A5E4-97E8E6CD24D5}">
      <dsp:nvSpPr>
        <dsp:cNvPr id="0" name=""/>
        <dsp:cNvSpPr/>
      </dsp:nvSpPr>
      <dsp:spPr>
        <a:xfrm>
          <a:off x="2103120" y="142778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30970D-FF87-4A47-A73F-08B92B69D188}">
      <dsp:nvSpPr>
        <dsp:cNvPr id="0" name=""/>
        <dsp:cNvSpPr/>
      </dsp:nvSpPr>
      <dsp:spPr>
        <a:xfrm>
          <a:off x="2260854" y="1495772"/>
          <a:ext cx="825474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Montserrat" panose="00000500000000000000" pitchFamily="2" charset="0"/>
            </a:rPr>
            <a:t>It is less common in Power BI because, usually, data modeling benefits from </a:t>
          </a:r>
          <a:r>
            <a:rPr lang="en-US" sz="2700" b="1" kern="1200">
              <a:latin typeface="Montserrat" panose="00000500000000000000" pitchFamily="2" charset="0"/>
            </a:rPr>
            <a:t>One-to-Many (1:M)</a:t>
          </a:r>
          <a:r>
            <a:rPr lang="en-US" sz="2700" kern="1200">
              <a:latin typeface="Montserrat" panose="00000500000000000000" pitchFamily="2" charset="0"/>
            </a:rPr>
            <a:t> relationships. </a:t>
          </a:r>
        </a:p>
      </dsp:txBody>
      <dsp:txXfrm>
        <a:off x="2260854" y="1495772"/>
        <a:ext cx="8254746" cy="1359793"/>
      </dsp:txXfrm>
    </dsp:sp>
    <dsp:sp modelId="{43A93155-D712-4E10-A8D3-3B3959544061}">
      <dsp:nvSpPr>
        <dsp:cNvPr id="0" name=""/>
        <dsp:cNvSpPr/>
      </dsp:nvSpPr>
      <dsp:spPr>
        <a:xfrm>
          <a:off x="2103120" y="285556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6A29D8-0A35-461B-8C35-652B02E299BD}">
      <dsp:nvSpPr>
        <dsp:cNvPr id="0" name=""/>
        <dsp:cNvSpPr/>
      </dsp:nvSpPr>
      <dsp:spPr>
        <a:xfrm>
          <a:off x="2260854" y="2923555"/>
          <a:ext cx="825474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Montserrat" panose="00000500000000000000" pitchFamily="2" charset="0"/>
            </a:rPr>
            <a:t>However, </a:t>
          </a:r>
          <a:r>
            <a:rPr lang="en-US" sz="2700" b="1" kern="1200">
              <a:latin typeface="Montserrat" panose="00000500000000000000" pitchFamily="2" charset="0"/>
            </a:rPr>
            <a:t>One-to-One</a:t>
          </a:r>
          <a:r>
            <a:rPr lang="en-US" sz="2700" kern="1200">
              <a:latin typeface="Montserrat" panose="00000500000000000000" pitchFamily="2" charset="0"/>
            </a:rPr>
            <a:t> can be useful in specific cases.</a:t>
          </a:r>
        </a:p>
      </dsp:txBody>
      <dsp:txXfrm>
        <a:off x="2260854" y="2923555"/>
        <a:ext cx="8254746" cy="1359793"/>
      </dsp:txXfrm>
    </dsp:sp>
    <dsp:sp modelId="{31376A3C-42B2-4654-A25B-B30F3F6B54CB}">
      <dsp:nvSpPr>
        <dsp:cNvPr id="0" name=""/>
        <dsp:cNvSpPr/>
      </dsp:nvSpPr>
      <dsp:spPr>
        <a:xfrm>
          <a:off x="2103120" y="4283348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2F23BF-2126-4E6F-862F-E22A44F03126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BA797-65A9-4169-B82C-BBE006FA61B7}">
      <dsp:nvSpPr>
        <dsp:cNvPr id="0" name=""/>
        <dsp:cNvSpPr/>
      </dsp:nvSpPr>
      <dsp:spPr>
        <a:xfrm>
          <a:off x="0" y="0"/>
          <a:ext cx="1484917" cy="435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latin typeface="Montserrat" panose="00000500000000000000" pitchFamily="2" charset="0"/>
            </a:rPr>
            <a:t>Scenario</a:t>
          </a:r>
          <a:endParaRPr lang="en-US" sz="2200" kern="1200">
            <a:latin typeface="Montserrat" panose="00000500000000000000" pitchFamily="2" charset="0"/>
          </a:endParaRPr>
        </a:p>
      </dsp:txBody>
      <dsp:txXfrm>
        <a:off x="0" y="0"/>
        <a:ext cx="1484917" cy="4351338"/>
      </dsp:txXfrm>
    </dsp:sp>
    <dsp:sp modelId="{E33E8EDC-4C5C-428D-B34F-9F993A0CEE00}">
      <dsp:nvSpPr>
        <dsp:cNvPr id="0" name=""/>
        <dsp:cNvSpPr/>
      </dsp:nvSpPr>
      <dsp:spPr>
        <a:xfrm>
          <a:off x="1596286" y="100072"/>
          <a:ext cx="4063367" cy="2001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Montserrat" panose="00000500000000000000" pitchFamily="2" charset="0"/>
            </a:rPr>
            <a:t>A company maintains employee data in two separate tables:</a:t>
          </a:r>
        </a:p>
      </dsp:txBody>
      <dsp:txXfrm>
        <a:off x="1596286" y="100072"/>
        <a:ext cx="4063367" cy="2001445"/>
      </dsp:txXfrm>
    </dsp:sp>
    <dsp:sp modelId="{CDFC1F5D-E651-4AFD-9A47-9CB7008B6524}">
      <dsp:nvSpPr>
        <dsp:cNvPr id="0" name=""/>
        <dsp:cNvSpPr/>
      </dsp:nvSpPr>
      <dsp:spPr>
        <a:xfrm>
          <a:off x="6696022" y="85451"/>
          <a:ext cx="2858466" cy="1000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Montserrat" panose="00000500000000000000" pitchFamily="2" charset="0"/>
            </a:rPr>
            <a:t>Employees Table</a:t>
          </a:r>
          <a:r>
            <a:rPr lang="en-US" sz="2000" kern="1200" dirty="0">
              <a:latin typeface="Montserrat" panose="00000500000000000000" pitchFamily="2" charset="0"/>
            </a:rPr>
            <a:t> (General Employee Information)</a:t>
          </a:r>
        </a:p>
      </dsp:txBody>
      <dsp:txXfrm>
        <a:off x="6696022" y="85451"/>
        <a:ext cx="2858466" cy="1000722"/>
      </dsp:txXfrm>
    </dsp:sp>
    <dsp:sp modelId="{58C1571C-0427-4F39-BE07-EA52483D50D9}">
      <dsp:nvSpPr>
        <dsp:cNvPr id="0" name=""/>
        <dsp:cNvSpPr/>
      </dsp:nvSpPr>
      <dsp:spPr>
        <a:xfrm>
          <a:off x="6696019" y="1086174"/>
          <a:ext cx="28584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D27E5-4A0F-497F-8A08-DB155637CD73}">
      <dsp:nvSpPr>
        <dsp:cNvPr id="0" name=""/>
        <dsp:cNvSpPr/>
      </dsp:nvSpPr>
      <dsp:spPr>
        <a:xfrm>
          <a:off x="6696022" y="1086174"/>
          <a:ext cx="2858466" cy="1000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Montserrat" panose="00000500000000000000" pitchFamily="2" charset="0"/>
            </a:rPr>
            <a:t>Salaries Table</a:t>
          </a:r>
          <a:r>
            <a:rPr lang="en-US" sz="2000" kern="1200" dirty="0">
              <a:latin typeface="Montserrat" panose="00000500000000000000" pitchFamily="2" charset="0"/>
            </a:rPr>
            <a:t> (Salary Details)</a:t>
          </a:r>
        </a:p>
      </dsp:txBody>
      <dsp:txXfrm>
        <a:off x="6696022" y="1086174"/>
        <a:ext cx="2858466" cy="1000722"/>
      </dsp:txXfrm>
    </dsp:sp>
    <dsp:sp modelId="{67F320CD-C774-4F58-8D5A-52E5DCB80653}">
      <dsp:nvSpPr>
        <dsp:cNvPr id="0" name=""/>
        <dsp:cNvSpPr/>
      </dsp:nvSpPr>
      <dsp:spPr>
        <a:xfrm>
          <a:off x="1486171" y="2110845"/>
          <a:ext cx="9029428" cy="4572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9B3A89-D9B6-4E9F-8FF5-884D9762748D}">
      <dsp:nvSpPr>
        <dsp:cNvPr id="0" name=""/>
        <dsp:cNvSpPr/>
      </dsp:nvSpPr>
      <dsp:spPr>
        <a:xfrm>
          <a:off x="1596286" y="2247310"/>
          <a:ext cx="8747079" cy="2001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Montserrat" panose="00000500000000000000" pitchFamily="2" charset="0"/>
            </a:rPr>
            <a:t>Each employee has a </a:t>
          </a:r>
          <a:r>
            <a:rPr lang="en-US" sz="2700" b="1" kern="1200" dirty="0">
              <a:latin typeface="Montserrat" panose="00000500000000000000" pitchFamily="2" charset="0"/>
            </a:rPr>
            <a:t>unique Employee ID</a:t>
          </a:r>
          <a:r>
            <a:rPr lang="en-US" sz="2700" kern="1200" dirty="0">
              <a:latin typeface="Montserrat" panose="00000500000000000000" pitchFamily="2" charset="0"/>
            </a:rPr>
            <a:t>, and each salary record also corresponds </a:t>
          </a:r>
          <a:r>
            <a:rPr lang="en-US" sz="2700" b="1" kern="1200" dirty="0">
              <a:latin typeface="Montserrat" panose="00000500000000000000" pitchFamily="2" charset="0"/>
            </a:rPr>
            <a:t>only to one employee</a:t>
          </a:r>
          <a:r>
            <a:rPr lang="en-US" sz="2700" kern="1200" dirty="0">
              <a:latin typeface="Montserrat" panose="00000500000000000000" pitchFamily="2" charset="0"/>
            </a:rPr>
            <a:t>. Since no employee has multiple salary records, this is a </a:t>
          </a:r>
          <a:r>
            <a:rPr lang="en-US" sz="2700" b="1" kern="1200" dirty="0">
              <a:latin typeface="Montserrat" panose="00000500000000000000" pitchFamily="2" charset="0"/>
            </a:rPr>
            <a:t>One-to-One relationship</a:t>
          </a:r>
          <a:r>
            <a:rPr lang="en-US" sz="2700" kern="1200" dirty="0">
              <a:latin typeface="Montserrat" panose="00000500000000000000" pitchFamily="2" charset="0"/>
            </a:rPr>
            <a:t>.</a:t>
          </a:r>
        </a:p>
      </dsp:txBody>
      <dsp:txXfrm>
        <a:off x="1596286" y="2247310"/>
        <a:ext cx="8747079" cy="2001445"/>
      </dsp:txXfrm>
    </dsp:sp>
    <dsp:sp modelId="{AF5B36A3-9A81-44A8-9A4F-0859E043404C}">
      <dsp:nvSpPr>
        <dsp:cNvPr id="0" name=""/>
        <dsp:cNvSpPr/>
      </dsp:nvSpPr>
      <dsp:spPr>
        <a:xfrm>
          <a:off x="1484917" y="4248755"/>
          <a:ext cx="59396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B7793-1C5E-49EB-B2C9-806637ECD64C}">
      <dsp:nvSpPr>
        <dsp:cNvPr id="0" name=""/>
        <dsp:cNvSpPr/>
      </dsp:nvSpPr>
      <dsp:spPr>
        <a:xfrm>
          <a:off x="0" y="227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21A6B-A953-4191-BC3A-AE1C54F9D095}">
      <dsp:nvSpPr>
        <dsp:cNvPr id="0" name=""/>
        <dsp:cNvSpPr/>
      </dsp:nvSpPr>
      <dsp:spPr>
        <a:xfrm>
          <a:off x="0" y="2278"/>
          <a:ext cx="2414171" cy="1554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Montserrat" panose="00000500000000000000" pitchFamily="2" charset="0"/>
            </a:rPr>
            <a:t>Security &amp; Data Separation:</a:t>
          </a:r>
          <a:endParaRPr lang="en-US" sz="1600" kern="1200" dirty="0">
            <a:latin typeface="Montserrat" panose="00000500000000000000" pitchFamily="2" charset="0"/>
          </a:endParaRPr>
        </a:p>
      </dsp:txBody>
      <dsp:txXfrm>
        <a:off x="0" y="2278"/>
        <a:ext cx="2414171" cy="1554231"/>
      </dsp:txXfrm>
    </dsp:sp>
    <dsp:sp modelId="{A748A773-D586-4101-8E26-CC726C9DD7B9}">
      <dsp:nvSpPr>
        <dsp:cNvPr id="0" name=""/>
        <dsp:cNvSpPr/>
      </dsp:nvSpPr>
      <dsp:spPr>
        <a:xfrm>
          <a:off x="2565898" y="72856"/>
          <a:ext cx="7940356" cy="1411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Montserrat" panose="00000500000000000000" pitchFamily="2" charset="0"/>
            </a:rPr>
            <a:t>If salary data is confidential, it can be stored in a separate table with restricted access.</a:t>
          </a:r>
        </a:p>
      </dsp:txBody>
      <dsp:txXfrm>
        <a:off x="2565898" y="72856"/>
        <a:ext cx="7940356" cy="1411557"/>
      </dsp:txXfrm>
    </dsp:sp>
    <dsp:sp modelId="{02AEE4B1-D02E-4F7D-B589-EE3FB60C481B}">
      <dsp:nvSpPr>
        <dsp:cNvPr id="0" name=""/>
        <dsp:cNvSpPr/>
      </dsp:nvSpPr>
      <dsp:spPr>
        <a:xfrm>
          <a:off x="2414171" y="1484414"/>
          <a:ext cx="809208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B3DA54-2EEE-4083-BC9D-83E6D53E5A4C}">
      <dsp:nvSpPr>
        <dsp:cNvPr id="0" name=""/>
        <dsp:cNvSpPr/>
      </dsp:nvSpPr>
      <dsp:spPr>
        <a:xfrm>
          <a:off x="0" y="155650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FAD8E-DAFA-45E6-9C47-6D9B8CB2A8DF}">
      <dsp:nvSpPr>
        <dsp:cNvPr id="0" name=""/>
        <dsp:cNvSpPr/>
      </dsp:nvSpPr>
      <dsp:spPr>
        <a:xfrm>
          <a:off x="0" y="1556509"/>
          <a:ext cx="2414171" cy="1554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Montserrat" panose="00000500000000000000" pitchFamily="2" charset="0"/>
            </a:rPr>
            <a:t>Better Performance &amp; Data Organization:</a:t>
          </a:r>
          <a:endParaRPr lang="en-US" sz="1600" kern="1200" dirty="0">
            <a:latin typeface="Montserrat" panose="00000500000000000000" pitchFamily="2" charset="0"/>
          </a:endParaRPr>
        </a:p>
      </dsp:txBody>
      <dsp:txXfrm>
        <a:off x="0" y="1556509"/>
        <a:ext cx="2414171" cy="1554231"/>
      </dsp:txXfrm>
    </dsp:sp>
    <dsp:sp modelId="{CF7D0605-0B33-4463-8B2E-695B56AB3F33}">
      <dsp:nvSpPr>
        <dsp:cNvPr id="0" name=""/>
        <dsp:cNvSpPr/>
      </dsp:nvSpPr>
      <dsp:spPr>
        <a:xfrm>
          <a:off x="2565898" y="1592633"/>
          <a:ext cx="7940356" cy="722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Montserrat" panose="00000500000000000000" pitchFamily="2" charset="0"/>
            </a:rPr>
            <a:t>Splitting large tables can improve Power BI performance.</a:t>
          </a:r>
        </a:p>
      </dsp:txBody>
      <dsp:txXfrm>
        <a:off x="2565898" y="1592633"/>
        <a:ext cx="7940356" cy="722474"/>
      </dsp:txXfrm>
    </dsp:sp>
    <dsp:sp modelId="{CCA5378A-C364-427A-A332-F225388CEC3D}">
      <dsp:nvSpPr>
        <dsp:cNvPr id="0" name=""/>
        <dsp:cNvSpPr/>
      </dsp:nvSpPr>
      <dsp:spPr>
        <a:xfrm>
          <a:off x="2414171" y="2315108"/>
          <a:ext cx="809208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DC32C6-F4FE-4AED-AF84-55E586C0CE21}">
      <dsp:nvSpPr>
        <dsp:cNvPr id="0" name=""/>
        <dsp:cNvSpPr/>
      </dsp:nvSpPr>
      <dsp:spPr>
        <a:xfrm>
          <a:off x="2565898" y="2351232"/>
          <a:ext cx="7940356" cy="722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Montserrat" panose="00000500000000000000" pitchFamily="2" charset="0"/>
            </a:rPr>
            <a:t>Keeping sensitive information separate makes queries faster.</a:t>
          </a:r>
        </a:p>
      </dsp:txBody>
      <dsp:txXfrm>
        <a:off x="2565898" y="2351232"/>
        <a:ext cx="7940356" cy="722474"/>
      </dsp:txXfrm>
    </dsp:sp>
    <dsp:sp modelId="{9C3A99A5-C6EB-424F-AFD2-B799329E1C46}">
      <dsp:nvSpPr>
        <dsp:cNvPr id="0" name=""/>
        <dsp:cNvSpPr/>
      </dsp:nvSpPr>
      <dsp:spPr>
        <a:xfrm>
          <a:off x="2414171" y="3073706"/>
          <a:ext cx="809208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6E08E4-6C00-4F70-AB3E-D918796026B8}">
      <dsp:nvSpPr>
        <dsp:cNvPr id="0" name=""/>
        <dsp:cNvSpPr/>
      </dsp:nvSpPr>
      <dsp:spPr>
        <a:xfrm>
          <a:off x="0" y="31107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82052-E43B-406C-AF06-59918D297D93}">
      <dsp:nvSpPr>
        <dsp:cNvPr id="0" name=""/>
        <dsp:cNvSpPr/>
      </dsp:nvSpPr>
      <dsp:spPr>
        <a:xfrm>
          <a:off x="0" y="3110741"/>
          <a:ext cx="2414171" cy="1554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Montserrat" panose="00000500000000000000" pitchFamily="2" charset="0"/>
            </a:rPr>
            <a:t>Avoiding Unnecessary Data Duplication:</a:t>
          </a:r>
          <a:endParaRPr lang="en-US" sz="1600" kern="1200" dirty="0">
            <a:latin typeface="Montserrat" panose="00000500000000000000" pitchFamily="2" charset="0"/>
          </a:endParaRPr>
        </a:p>
      </dsp:txBody>
      <dsp:txXfrm>
        <a:off x="0" y="3110741"/>
        <a:ext cx="2414171" cy="1554231"/>
      </dsp:txXfrm>
    </dsp:sp>
    <dsp:sp modelId="{E4EC7E11-C57A-44E0-976C-4C8403ED8CBC}">
      <dsp:nvSpPr>
        <dsp:cNvPr id="0" name=""/>
        <dsp:cNvSpPr/>
      </dsp:nvSpPr>
      <dsp:spPr>
        <a:xfrm>
          <a:off x="2565898" y="3146864"/>
          <a:ext cx="7940356" cy="722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Montserrat" panose="00000500000000000000" pitchFamily="2" charset="0"/>
            </a:rPr>
            <a:t>If all fields were combined in one table, it could make data management complex.</a:t>
          </a:r>
        </a:p>
      </dsp:txBody>
      <dsp:txXfrm>
        <a:off x="2565898" y="3146864"/>
        <a:ext cx="7940356" cy="722474"/>
      </dsp:txXfrm>
    </dsp:sp>
    <dsp:sp modelId="{2938BB23-2D83-47B9-8C07-7B179EDB7624}">
      <dsp:nvSpPr>
        <dsp:cNvPr id="0" name=""/>
        <dsp:cNvSpPr/>
      </dsp:nvSpPr>
      <dsp:spPr>
        <a:xfrm>
          <a:off x="2414171" y="3869339"/>
          <a:ext cx="809208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41D0A3-9457-4531-A5A6-A24255FCBD1F}">
      <dsp:nvSpPr>
        <dsp:cNvPr id="0" name=""/>
        <dsp:cNvSpPr/>
      </dsp:nvSpPr>
      <dsp:spPr>
        <a:xfrm>
          <a:off x="2565898" y="3905463"/>
          <a:ext cx="7940356" cy="722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Montserrat" panose="00000500000000000000" pitchFamily="2" charset="0"/>
            </a:rPr>
            <a:t>A One-to-One relation allows Power BI to retrieve salary data only when needed.</a:t>
          </a:r>
        </a:p>
      </dsp:txBody>
      <dsp:txXfrm>
        <a:off x="2565898" y="3905463"/>
        <a:ext cx="7940356" cy="722474"/>
      </dsp:txXfrm>
    </dsp:sp>
    <dsp:sp modelId="{12CBE38C-70BC-404C-B60A-DC1AF62B0ADF}">
      <dsp:nvSpPr>
        <dsp:cNvPr id="0" name=""/>
        <dsp:cNvSpPr/>
      </dsp:nvSpPr>
      <dsp:spPr>
        <a:xfrm>
          <a:off x="2414171" y="4627937"/>
          <a:ext cx="809208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D051C-3EA9-433D-9781-931CBE326EA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15817-554A-4B34-AEC3-7ED074CB0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2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15817-554A-4B34-AEC3-7ED074CB0B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57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15817-554A-4B34-AEC3-7ED074CB0B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01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FED1-8F55-7C34-17A7-BE432C3F1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1B901-E2C5-D368-3FE3-C1B8C351E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94DBE-8866-D5C2-FD2F-AC055963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C079-CD57-4726-999D-97A129FF8EC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26108-2AFB-B6AE-CA8A-C074E474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86EE9-2690-9E66-82E3-80AAAF8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E4FF-7219-4FED-B87D-EC54D090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10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E7263-84E8-4879-685B-CA74562F5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BEB8E-37EE-CC12-B931-76610BFD3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25130-6889-E221-E98C-BEE1DFA23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C079-CD57-4726-999D-97A129FF8EC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BE465-A704-3D11-537F-0EEB79750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C8399-F505-6C71-5DCF-B3E432214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E4FF-7219-4FED-B87D-EC54D090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9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CD5E-CB3A-AD7A-FE6B-F7612A58E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25175-88CB-ACF1-E03D-824D22B8C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9FCD2-BEAC-D4CB-7465-264DCDA8A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C079-CD57-4726-999D-97A129FF8EC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7FB21-0B94-C48F-351C-63E5D5848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D2EBB-77AB-38B2-08F5-4940BE109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E4FF-7219-4FED-B87D-EC54D090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1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ED261-601C-5D0C-02C4-BEE95F480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9717A-CC98-4553-A59E-F2487B614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B5BC2-4574-07B1-D03D-146C7DF1D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2FA1F-4C48-8487-8A59-A41FA342B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C079-CD57-4726-999D-97A129FF8EC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1F54C-0219-0306-4829-B92E4AFC3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7D6D2-FB01-7C69-8DE5-8F00C5C3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E4FF-7219-4FED-B87D-EC54D090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23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0E5D4-560B-FDDC-5229-43A2EE4D1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B1051-3152-0C42-8AB0-DCB1FD2CD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798A2-293E-9132-B550-DB0D9F4FD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9A81A-8A83-7D71-EC01-0831AADC5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0E110E-9BED-DC19-2C16-72D439E273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1517D9-6928-287C-27F4-E18720ED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C079-CD57-4726-999D-97A129FF8EC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31CDBE-310A-D3D4-D6BB-ABEC31BCD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AA87E-584F-EF93-0216-F4863CE6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E4FF-7219-4FED-B87D-EC54D090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7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7658A-89ED-E921-702F-3868DF9ED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060352-B378-4A87-B015-727297817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C079-CD57-4726-999D-97A129FF8EC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37AF0-1AB3-E456-B6F5-40290A14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7A1A9-2A45-57F7-0B65-337FAF9C3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E4FF-7219-4FED-B87D-EC54D090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43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7F565F-BFD0-0632-BB5E-922ED144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C079-CD57-4726-999D-97A129FF8EC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35696-0B90-7BAC-5E61-ECBA69F87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B99FF-D69E-57A7-81D9-0A3F496FE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E4FF-7219-4FED-B87D-EC54D090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3F21-73E4-0991-9706-97E4672D1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0C06B-6E40-2311-8438-946B8CA44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8A5B7-7AAB-077A-3F7D-8C9F811A8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5175-30A3-E0B6-3B1D-AB087098A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C079-CD57-4726-999D-97A129FF8EC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57691-E1EF-B854-2348-4E09DC42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4C659-177B-821C-DC56-0CF8CCD01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E4FF-7219-4FED-B87D-EC54D090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99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8E56-A2D2-D7B3-3311-317FA0127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4E4DB-B035-C042-72AB-27301E1C93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C5823-E267-04E1-06B2-3C139151E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4E985-4C13-B1EC-98B5-121F5EC3F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C079-CD57-4726-999D-97A129FF8EC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39706-A9DF-D3B4-83A2-54259DA1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FCFF5-D876-9B57-8468-4D00CD1E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E4FF-7219-4FED-B87D-EC54D090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32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3D64-6EA2-07A7-A416-0D8BDDC3C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C733A-1840-7127-34A6-4D4D6128D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DB1C5-6EDB-62C8-B290-FB57B711C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C079-CD57-4726-999D-97A129FF8EC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8C9B-0442-BBDB-A694-CBFFC5462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BFAC7-4EB9-E9E3-E541-99A9DCB2F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E4FF-7219-4FED-B87D-EC54D090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4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D996AF-7BC2-4607-D341-0359E6A2B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9D069-E75B-FFC5-B70A-5BD1829B7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28ED7-3F11-4FD6-5520-8E1D9766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C079-CD57-4726-999D-97A129FF8EC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C2BC2-4BAA-74C0-2F7D-A526A0EE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63601-1106-23BF-CC25-959549721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E4FF-7219-4FED-B87D-EC54D090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44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D601F5-00D8-2314-2388-2621E2B58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510D2-C88A-8B8F-0377-4E3DD9C13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4B0C8-C3EC-5190-3F19-6CDB568D5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AC079-CD57-4726-999D-97A129FF8EC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19E62-AB30-7FE2-F2F7-015C8BBF0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D9867-3565-A69E-1F89-3EE074C3E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A5E4FF-7219-4FED-B87D-EC54D0900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65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8AB6B-D313-82DC-4282-FD2A56C98D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Montserrat" panose="00000500000000000000" pitchFamily="2" charset="0"/>
              </a:rPr>
              <a:t>UNDERSTANDING CARDINALITY IN </a:t>
            </a:r>
            <a:br>
              <a:rPr lang="en-US" dirty="0">
                <a:latin typeface="Montserrat" panose="00000500000000000000" pitchFamily="2" charset="0"/>
              </a:rPr>
            </a:br>
            <a:r>
              <a:rPr lang="en-US" dirty="0">
                <a:latin typeface="Montserrat" panose="00000500000000000000" pitchFamily="2" charset="0"/>
              </a:rPr>
              <a:t>POWER BI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2F10A6-7647-13C4-7615-4B7AF552BD70}"/>
              </a:ext>
            </a:extLst>
          </p:cNvPr>
          <p:cNvSpPr/>
          <p:nvPr/>
        </p:nvSpPr>
        <p:spPr>
          <a:xfrm>
            <a:off x="2516957" y="4185501"/>
            <a:ext cx="1960775" cy="11972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964EBC-F2AA-FF13-ED33-CA1E0B4BA68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477732" y="4784103"/>
            <a:ext cx="36104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A26A87-0AB8-86F3-AEED-A81FF24868A8}"/>
              </a:ext>
            </a:extLst>
          </p:cNvPr>
          <p:cNvSpPr/>
          <p:nvPr/>
        </p:nvSpPr>
        <p:spPr>
          <a:xfrm>
            <a:off x="8004928" y="4161934"/>
            <a:ext cx="1960775" cy="11972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FACT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DB3B92-79BF-BD6E-B47E-8857B16E3221}"/>
              </a:ext>
            </a:extLst>
          </p:cNvPr>
          <p:cNvSpPr/>
          <p:nvPr/>
        </p:nvSpPr>
        <p:spPr>
          <a:xfrm>
            <a:off x="4477732" y="4642698"/>
            <a:ext cx="254524" cy="296942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2BB01CF-321A-E800-6EE8-E65D887C13BF}"/>
              </a:ext>
            </a:extLst>
          </p:cNvPr>
          <p:cNvSpPr/>
          <p:nvPr/>
        </p:nvSpPr>
        <p:spPr>
          <a:xfrm>
            <a:off x="7750404" y="4652122"/>
            <a:ext cx="254524" cy="296942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551380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B925-EF74-CECD-EECD-5885D54B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Montserrat" panose="00000500000000000000" pitchFamily="2" charset="0"/>
              </a:rPr>
              <a:t>What is Cardinality?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7F785-E753-4FA6-293A-F7EEAD896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Montserrat" panose="00000500000000000000" pitchFamily="2" charset="0"/>
              </a:rPr>
              <a:t>Cardinality in Power BI refers to the type of relationship between two tables based on the uniqueness of values in related columns.</a:t>
            </a:r>
          </a:p>
          <a:p>
            <a:pPr marL="0" indent="0">
              <a:buNone/>
            </a:pPr>
            <a:r>
              <a:rPr lang="en-US" dirty="0">
                <a:latin typeface="Montserrat" panose="00000500000000000000" pitchFamily="2" charset="0"/>
              </a:rPr>
              <a:t>It defines how data from one table corresponds to data in another, affecting how Power BI joins and aggregates data.</a:t>
            </a:r>
          </a:p>
          <a:p>
            <a:endParaRPr lang="en-US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660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4756A-6D3D-C5BA-0E08-B6C333EE9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260"/>
            <a:ext cx="10515600" cy="67182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Montserrat" panose="00000500000000000000" pitchFamily="2" charset="0"/>
              </a:rPr>
              <a:t>Types of Cardinality in Power BI</a:t>
            </a:r>
            <a:endParaRPr lang="en-US" dirty="0">
              <a:latin typeface="Montserrat" panose="00000500000000000000" pitchFamily="2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12E165-341F-8DD4-3B3F-066D37BD41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364961"/>
              </p:ext>
            </p:extLst>
          </p:nvPr>
        </p:nvGraphicFramePr>
        <p:xfrm>
          <a:off x="537328" y="1366887"/>
          <a:ext cx="11368726" cy="4930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4213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3A58F3-5F32-8551-37E7-A785B3679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Montserrat" panose="00000500000000000000" pitchFamily="2" charset="0"/>
              </a:rPr>
              <a:t>Cardinality Settings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53AD76-DE4E-CD7C-A3B9-6053522CA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oundRect">
            <a:avLst/>
          </a:prstGeom>
          <a:ln>
            <a:solidFill>
              <a:srgbClr val="156082"/>
            </a:solidFill>
          </a:ln>
        </p:spPr>
        <p:txBody>
          <a:bodyPr anchor="t">
            <a:normAutofit lnSpcReduction="10000"/>
          </a:bodyPr>
          <a:lstStyle/>
          <a:p>
            <a:r>
              <a:rPr lang="en-US" b="0" dirty="0">
                <a:latin typeface="Montserrat" panose="00000500000000000000" pitchFamily="2" charset="0"/>
              </a:rPr>
              <a:t>Why is Cardinality Important?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D183284-69CA-95CF-07C0-C1C6AD9F139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66347288"/>
              </p:ext>
            </p:extLst>
          </p:nvPr>
        </p:nvGraphicFramePr>
        <p:xfrm>
          <a:off x="665162" y="3582766"/>
          <a:ext cx="4929416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8EC118-D07B-3A39-133A-75A2BC6C4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prstGeom prst="roundRect">
            <a:avLst/>
          </a:prstGeom>
          <a:ln>
            <a:solidFill>
              <a:srgbClr val="156082"/>
            </a:solidFill>
          </a:ln>
        </p:spPr>
        <p:txBody>
          <a:bodyPr anchor="t">
            <a:normAutofit lnSpcReduction="10000"/>
          </a:bodyPr>
          <a:lstStyle/>
          <a:p>
            <a:r>
              <a:rPr lang="en-US" b="0" dirty="0">
                <a:latin typeface="Montserrat" panose="00000500000000000000" pitchFamily="2" charset="0"/>
              </a:rPr>
              <a:t>Cardinality in Power BI Relation-ship Settings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D9D4E34-ED96-7B6F-43E1-7AFE8719934A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57302299"/>
              </p:ext>
            </p:extLst>
          </p:nvPr>
        </p:nvGraphicFramePr>
        <p:xfrm>
          <a:off x="7334054" y="2916818"/>
          <a:ext cx="3346515" cy="1991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75931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7064EB3-43E2-9D2A-E151-2B0932124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Montserrat" panose="00000500000000000000" pitchFamily="2" charset="0"/>
              </a:rPr>
              <a:t>Best Practices</a:t>
            </a:r>
            <a:endParaRPr lang="en-US" dirty="0">
              <a:latin typeface="Montserrat" panose="00000500000000000000" pitchFamily="2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45EC40A-9348-1E1C-3B01-1E26D97CD5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0077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5504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59B98-A21E-ED27-72DC-248E9DCED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Montserrat" panose="00000500000000000000" pitchFamily="2" charset="0"/>
              </a:rPr>
              <a:t>When to Use a One-to-One (1:1)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FAD4A8-708F-D473-948F-47B61593D2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9623175"/>
              </p:ext>
            </p:extLst>
          </p:nvPr>
        </p:nvGraphicFramePr>
        <p:xfrm>
          <a:off x="838200" y="1929319"/>
          <a:ext cx="10515600" cy="31611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7697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F0FE9-3199-EC6F-94F8-BDF05A2E5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Montserrat" panose="00000500000000000000" pitchFamily="2" charset="0"/>
              </a:rPr>
              <a:t>Example – Data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057E0B-54B5-158B-A901-3CE8A6842A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0574" y="1825625"/>
            <a:ext cx="6190852" cy="43513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FA93382-B4AF-1D69-F86A-FF3205736200}"/>
              </a:ext>
            </a:extLst>
          </p:cNvPr>
          <p:cNvSpPr/>
          <p:nvPr/>
        </p:nvSpPr>
        <p:spPr>
          <a:xfrm>
            <a:off x="3384223" y="2630078"/>
            <a:ext cx="2073897" cy="207390"/>
          </a:xfrm>
          <a:prstGeom prst="rect">
            <a:avLst/>
          </a:prstGeom>
          <a:noFill/>
          <a:ln>
            <a:solidFill>
              <a:srgbClr val="FF5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15704B-71AC-BFEC-1D10-6477E9F8A37D}"/>
              </a:ext>
            </a:extLst>
          </p:cNvPr>
          <p:cNvSpPr/>
          <p:nvPr/>
        </p:nvSpPr>
        <p:spPr>
          <a:xfrm>
            <a:off x="6527473" y="4697003"/>
            <a:ext cx="2073897" cy="207390"/>
          </a:xfrm>
          <a:prstGeom prst="rect">
            <a:avLst/>
          </a:prstGeom>
          <a:noFill/>
          <a:ln>
            <a:solidFill>
              <a:srgbClr val="FF5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E2CBAF-04C6-498F-29E2-1A26D4575165}"/>
              </a:ext>
            </a:extLst>
          </p:cNvPr>
          <p:cNvSpPr/>
          <p:nvPr/>
        </p:nvSpPr>
        <p:spPr>
          <a:xfrm>
            <a:off x="5095876" y="4697004"/>
            <a:ext cx="762000" cy="360772"/>
          </a:xfrm>
          <a:prstGeom prst="rect">
            <a:avLst/>
          </a:prstGeom>
          <a:noFill/>
          <a:ln>
            <a:solidFill>
              <a:srgbClr val="FF5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36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CD82E-58B8-39C8-F6AA-957C060F0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a One-to-One Relationship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9C428D-97CA-32AC-AF98-03DF1C86B8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2149517"/>
              </p:ext>
            </p:extLst>
          </p:nvPr>
        </p:nvGraphicFramePr>
        <p:xfrm>
          <a:off x="838200" y="1690688"/>
          <a:ext cx="1063422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8032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6E09-A2AC-CFD2-AB25-27DB0319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When to Use a One-to-One (1:1)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DD18F1-90B5-3C11-F127-7317509A30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51691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3820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F7BB3-48DC-DBC4-24C7-EA0E9C9E1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Montserrat" panose="00000500000000000000" pitchFamily="2" charset="0"/>
              </a:rPr>
              <a:t>Practical Example:</a:t>
            </a:r>
            <a:br>
              <a:rPr lang="en-US" dirty="0">
                <a:latin typeface="Montserrat" panose="00000500000000000000" pitchFamily="2" charset="0"/>
              </a:rPr>
            </a:br>
            <a:r>
              <a:rPr lang="en-US" dirty="0">
                <a:latin typeface="Montserrat" panose="00000500000000000000" pitchFamily="2" charset="0"/>
              </a:rPr>
              <a:t> Employee &amp; Employee Salary Details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34F907-6055-B899-B9D6-A4D02A3EB3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83544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0739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0572D-6217-45BF-4456-3D220AA43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652"/>
          </a:xfrm>
        </p:spPr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Table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539B74-5742-C1B4-CE41-9D1D46B36C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995327"/>
              </p:ext>
            </p:extLst>
          </p:nvPr>
        </p:nvGraphicFramePr>
        <p:xfrm>
          <a:off x="941894" y="1703077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796410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277700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392036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9338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Employee 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Department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</a:rPr>
                        <a:t>Joining Date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331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John Doe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01-Jan-22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00362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Jane Smith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15-Feb-22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9347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Bob Johnson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Finance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10-Mar-22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305414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8F4C9C-FB7C-E12A-695C-3AC0C2253B6C}"/>
              </a:ext>
            </a:extLst>
          </p:cNvPr>
          <p:cNvSpPr txBox="1"/>
          <p:nvPr/>
        </p:nvSpPr>
        <p:spPr>
          <a:xfrm>
            <a:off x="838199" y="1304079"/>
            <a:ext cx="235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Montserrat" panose="00000500000000000000" pitchFamily="2" charset="0"/>
              </a:rPr>
              <a:t>Employees Table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30C77AC7-C234-F551-20B8-08719700CB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3971159"/>
              </p:ext>
            </p:extLst>
          </p:nvPr>
        </p:nvGraphicFramePr>
        <p:xfrm>
          <a:off x="941894" y="3995362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796410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277700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392036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9338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Employee 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Salary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Bonus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Pay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2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Grade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331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80,000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A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00362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70,000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9347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90,000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6,000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A+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305414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3810CF9-7ACA-3C17-ECF2-CC0D66DCB145}"/>
              </a:ext>
            </a:extLst>
          </p:cNvPr>
          <p:cNvSpPr txBox="1"/>
          <p:nvPr/>
        </p:nvSpPr>
        <p:spPr>
          <a:xfrm>
            <a:off x="838199" y="3626030"/>
            <a:ext cx="235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Montserrat" panose="00000500000000000000" pitchFamily="2" charset="0"/>
              </a:rPr>
              <a:t>Salary Table</a:t>
            </a:r>
          </a:p>
        </p:txBody>
      </p:sp>
    </p:spTree>
    <p:extLst>
      <p:ext uri="{BB962C8B-B14F-4D97-AF65-F5344CB8AC3E}">
        <p14:creationId xmlns:p14="http://schemas.microsoft.com/office/powerpoint/2010/main" val="3364482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1CF5C-8A46-847D-EC21-7D97DB541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Montserrat" panose="00000500000000000000" pitchFamily="2" charset="0"/>
              </a:rPr>
              <a:t>Why Use a One-to-One Relationship Here?</a:t>
            </a:r>
            <a:endParaRPr lang="en-US" sz="3600" dirty="0">
              <a:latin typeface="Montserrat" panose="00000500000000000000" pitchFamily="2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F77373-4E0D-3A97-D201-8049779FA2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2944088"/>
              </p:ext>
            </p:extLst>
          </p:nvPr>
        </p:nvGraphicFramePr>
        <p:xfrm>
          <a:off x="838200" y="1825624"/>
          <a:ext cx="10515600" cy="4667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8271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F0FC78D518334F83801655239DCC37" ma:contentTypeVersion="18" ma:contentTypeDescription="Create a new document." ma:contentTypeScope="" ma:versionID="7d52ca37ed2b48cd1512f396bb8b58e7">
  <xsd:schema xmlns:xsd="http://www.w3.org/2001/XMLSchema" xmlns:xs="http://www.w3.org/2001/XMLSchema" xmlns:p="http://schemas.microsoft.com/office/2006/metadata/properties" xmlns:ns3="817a21bb-8f25-42dc-a3cb-c55a37f666d7" xmlns:ns4="86a0dcef-e735-4cb0-bf5b-8fae171ba12a" targetNamespace="http://schemas.microsoft.com/office/2006/metadata/properties" ma:root="true" ma:fieldsID="832a08c3b88efc2af3180af6b74f7e14" ns3:_="" ns4:_="">
    <xsd:import namespace="817a21bb-8f25-42dc-a3cb-c55a37f666d7"/>
    <xsd:import namespace="86a0dcef-e735-4cb0-bf5b-8fae171ba12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21bb-8f25-42dc-a3cb-c55a37f666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a0dcef-e735-4cb0-bf5b-8fae171ba12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7a21bb-8f25-42dc-a3cb-c55a37f666d7" xsi:nil="true"/>
  </documentManagement>
</p:properties>
</file>

<file path=customXml/itemProps1.xml><?xml version="1.0" encoding="utf-8"?>
<ds:datastoreItem xmlns:ds="http://schemas.openxmlformats.org/officeDocument/2006/customXml" ds:itemID="{FD110F98-1298-47D3-9F77-707EBA6FAD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7a21bb-8f25-42dc-a3cb-c55a37f666d7"/>
    <ds:schemaRef ds:uri="86a0dcef-e735-4cb0-bf5b-8fae171ba1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153EAD-5CCA-4430-A911-F26EE6CE61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39DC5E-7CA0-486A-AD08-DC8935FD0845}">
  <ds:schemaRefs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86a0dcef-e735-4cb0-bf5b-8fae171ba12a"/>
    <ds:schemaRef ds:uri="817a21bb-8f25-42dc-a3cb-c55a37f666d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793</Words>
  <Application>Microsoft Office PowerPoint</Application>
  <PresentationFormat>Widescreen</PresentationFormat>
  <Paragraphs>109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Aptos Narrow</vt:lpstr>
      <vt:lpstr>Arial</vt:lpstr>
      <vt:lpstr>Montserrat</vt:lpstr>
      <vt:lpstr>Office Theme</vt:lpstr>
      <vt:lpstr>UNDERSTANDING CARDINALITY IN  POWER BI</vt:lpstr>
      <vt:lpstr>What is Cardinality?</vt:lpstr>
      <vt:lpstr>Types of Cardinality in Power BI</vt:lpstr>
      <vt:lpstr>Cardinality Settings</vt:lpstr>
      <vt:lpstr>Best Practices</vt:lpstr>
      <vt:lpstr>When to Use a One-to-One (1:1)</vt:lpstr>
      <vt:lpstr>Example – Data model</vt:lpstr>
      <vt:lpstr>Why Use a One-to-One Relationship</vt:lpstr>
      <vt:lpstr>When to Use a One-to-One (1:1)</vt:lpstr>
      <vt:lpstr>Practical Example:  Employee &amp; Employee Salary Details</vt:lpstr>
      <vt:lpstr>Table Structure</vt:lpstr>
      <vt:lpstr>Why Use a One-to-One Relationship Here?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 Perepa</dc:creator>
  <cp:lastModifiedBy>Vijay Perepa</cp:lastModifiedBy>
  <cp:revision>2</cp:revision>
  <dcterms:created xsi:type="dcterms:W3CDTF">2025-02-22T06:37:59Z</dcterms:created>
  <dcterms:modified xsi:type="dcterms:W3CDTF">2025-12-10T04:34:56Z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0x010100AAF0FC78D518334F83801655239DCC37</vt:lpwstr>
  </property>
</Properties>
</file>